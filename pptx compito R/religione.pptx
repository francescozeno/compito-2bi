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5/30/22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514DD3-5914-015A-BF0D-49C85D983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45322" y="-61001"/>
            <a:ext cx="8535742" cy="2015195"/>
          </a:xfrm>
        </p:spPr>
        <p:txBody>
          <a:bodyPr/>
          <a:lstStyle/>
          <a:p>
            <a:r>
              <a:rPr lang="it-IT" sz="1800" b="1">
                <a:solidFill>
                  <a:srgbClr val="333333"/>
                </a:solidFill>
                <a:latin typeface="SourceSansPro-Bold"/>
              </a:rPr>
              <a:t>Il Papa: ridurre, riusare, riciclare, i verbi dell'economia circolare</a:t>
            </a:r>
            <a:r>
              <a:rPr lang="en-US" sz="1800" b="1">
                <a:solidFill>
                  <a:srgbClr val="333333"/>
                </a:solidFill>
                <a:latin typeface="SourceSansPro-Bold"/>
              </a:rPr>
              <a:t> </a:t>
            </a:r>
            <a:endParaRPr lang="it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7BD04B8-275B-B3AC-C61B-D56B5BED6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7766936" cy="1572916"/>
          </a:xfrm>
        </p:spPr>
        <p:txBody>
          <a:bodyPr/>
          <a:lstStyle/>
          <a:p>
            <a:r>
              <a:rPr lang="it-IT" sz="1800" i="1" dirty="0">
                <a:solidFill>
                  <a:srgbClr val="333333"/>
                </a:solidFill>
                <a:latin typeface="SourceSansPro-Italic"/>
              </a:rPr>
              <a:t>Le parole del Pontefice ai partecipanti all'Incontro sull'industria mineraria. L'appello alla </a:t>
            </a:r>
            <a:r>
              <a:rPr lang="it-IT" sz="1800" b="1" i="1" dirty="0">
                <a:solidFill>
                  <a:srgbClr val="333333"/>
                </a:solidFill>
                <a:latin typeface="SourceSansPro-Italic"/>
              </a:rPr>
              <a:t>salvaguardia</a:t>
            </a:r>
            <a:r>
              <a:rPr lang="it-IT" sz="1800" i="1" dirty="0">
                <a:solidFill>
                  <a:srgbClr val="333333"/>
                </a:solidFill>
                <a:latin typeface="SourceSansPro-Italic"/>
              </a:rPr>
              <a:t> della casa comune</a:t>
            </a:r>
            <a:endParaRPr lang="it-US" dirty="0"/>
          </a:p>
        </p:txBody>
      </p:sp>
      <p:pic>
        <p:nvPicPr>
          <p:cNvPr id="5" name="Immagine 5">
            <a:extLst>
              <a:ext uri="{FF2B5EF4-FFF2-40B4-BE49-F238E27FC236}">
                <a16:creationId xmlns:a16="http://schemas.microsoft.com/office/drawing/2014/main" id="{70AE0E9F-E57B-178E-29BD-EE557B486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318" y="2385122"/>
            <a:ext cx="3438292" cy="418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4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17B474-8C14-3E93-034C-ABFB48389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768" y="618122"/>
            <a:ext cx="8596668" cy="3880773"/>
          </a:xfrm>
        </p:spPr>
        <p:txBody>
          <a:bodyPr/>
          <a:lstStyle/>
          <a:p>
            <a:r>
              <a:rPr lang="it-IT" sz="1800" b="1" dirty="0">
                <a:solidFill>
                  <a:srgbClr val="333333"/>
                </a:solidFill>
                <a:latin typeface="SourceSansPro-Bold"/>
              </a:rPr>
              <a:t>“Dobbiamo denunciare ed evitare questa cultura dello scarto”</a:t>
            </a:r>
            <a:r>
              <a:rPr lang="it-IT" sz="1800" b="0" dirty="0">
                <a:solidFill>
                  <a:srgbClr val="333333"/>
                </a:solidFill>
                <a:latin typeface="SourceSansPro-Regular"/>
              </a:rPr>
              <a:t>.</a:t>
            </a:r>
            <a:r>
              <a:rPr lang="en-US" sz="1800" b="0" dirty="0">
                <a:solidFill>
                  <a:srgbClr val="333333"/>
                </a:solidFill>
                <a:latin typeface="SourceSansPro-Regular"/>
              </a:rPr>
              <a:t> </a:t>
            </a:r>
            <a:r>
              <a:rPr lang="it-IT" sz="1800" dirty="0">
                <a:solidFill>
                  <a:srgbClr val="333333"/>
                </a:solidFill>
                <a:latin typeface="SourceSansPro-Regular"/>
              </a:rPr>
              <a:t>Non si è ancora riusciti ad </a:t>
            </a:r>
            <a:r>
              <a:rPr lang="it-IT" sz="1800" b="1" dirty="0">
                <a:solidFill>
                  <a:srgbClr val="333333"/>
                </a:solidFill>
                <a:latin typeface="SourceSansPro-Bold"/>
              </a:rPr>
              <a:t>adottare un modello circolare di produzione che assicuri risorse per tutti e per le generazioni future, e che richiede di limitare al massimo l'uso delle risorse non rinnovabili</a:t>
            </a:r>
            <a:r>
              <a:rPr lang="it-IT" sz="1800" b="0" dirty="0">
                <a:solidFill>
                  <a:srgbClr val="333333"/>
                </a:solidFill>
                <a:latin typeface="SourceSansPro-Regular"/>
              </a:rPr>
              <a:t>, moderare il consumo, massimizzare l'efficienza dello sfruttamento, riutilizzare e riciclare".”</a:t>
            </a:r>
            <a:r>
              <a:rPr lang="it-IT" sz="1800" b="1" dirty="0">
                <a:solidFill>
                  <a:srgbClr val="333333"/>
                </a:solidFill>
                <a:latin typeface="SourceSansPro-Bold"/>
              </a:rPr>
              <a:t> Abbiamo bisogno di agire insieme per sanare e ricostruire la nostra casa comune”</a:t>
            </a:r>
            <a:r>
              <a:rPr lang="it-IT" sz="1800" b="0" dirty="0">
                <a:solidFill>
                  <a:srgbClr val="333333"/>
                </a:solidFill>
                <a:latin typeface="SourceSansPro-Regular"/>
              </a:rPr>
              <a:t> - ha sottolineato -. Siamo tutti chiamati a collaborare come strumenti di Dio per la cura della creazione, ognuno con la propria cultura ed esperienza, le proprie iniziative e capacità".</a:t>
            </a:r>
            <a:endParaRPr lang="it-US" dirty="0"/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71503C71-84DE-EBE0-F322-02DE47699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264" y="2832098"/>
            <a:ext cx="4550917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5904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3" baseType="lpstr">
      <vt:lpstr>Sfaccettatura</vt:lpstr>
      <vt:lpstr>Il Papa: ridurre, riusare, riciclare, i verbi dell'economia circolare 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Papa: ridurre, riusare, riciclare, i verbi dell'economia circolare </dc:title>
  <dc:creator>Cristian Esposito</dc:creator>
  <cp:lastModifiedBy>Cristian Esposito</cp:lastModifiedBy>
  <cp:revision>2</cp:revision>
  <dcterms:created xsi:type="dcterms:W3CDTF">2022-05-28T07:19:44Z</dcterms:created>
  <dcterms:modified xsi:type="dcterms:W3CDTF">2022-05-30T12:03:42Z</dcterms:modified>
</cp:coreProperties>
</file>