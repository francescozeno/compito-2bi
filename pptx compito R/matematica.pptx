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"/>
  </p:notesMasterIdLst>
  <p:sldIdLst>
    <p:sldId id="256" r:id="rId2"/>
    <p:sldId id="261" r:id="rId3"/>
    <p:sldId id="263" r:id="rId4"/>
  </p:sldIdLst>
  <p:sldSz cx="9144000" cy="5143500" type="screen16x9"/>
  <p:notesSz cx="6858000" cy="9144000"/>
  <p:embeddedFontLst>
    <p:embeddedFont>
      <p:font typeface="Lora" panose="020B0604020202020204" charset="0"/>
      <p:regular r:id="rId6"/>
      <p:bold r:id="rId7"/>
      <p:italic r:id="rId8"/>
      <p:boldItalic r:id="rId9"/>
    </p:embeddedFont>
    <p:embeddedFont>
      <p:font typeface="Merriweather" panose="020B0604020202020204" charset="0"/>
      <p:regular r:id="rId10"/>
      <p:bold r:id="rId11"/>
      <p:italic r:id="rId12"/>
      <p:boldItalic r:id="rId13"/>
    </p:embeddedFont>
    <p:embeddedFont>
      <p:font typeface="Trebuchet MS" panose="020B0603020202020204" pitchFamily="3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14" y="9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font" Target="fonts/font10.fntdata"/><Relationship Id="rId10" Type="http://schemas.openxmlformats.org/officeDocument/2006/relationships/font" Target="fonts/font5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font" Target="fonts/font9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esco Zeno" userId="972aea886ab22cdb" providerId="LiveId" clId="{41A66BC3-AA45-434E-85A8-C1565E78A1CA}"/>
    <pc:docChg chg="custSel addSld modSld">
      <pc:chgData name="Francesco Zeno" userId="972aea886ab22cdb" providerId="LiveId" clId="{41A66BC3-AA45-434E-85A8-C1565E78A1CA}" dt="2022-05-19T16:03:35.191" v="13" actId="1076"/>
      <pc:docMkLst>
        <pc:docMk/>
      </pc:docMkLst>
      <pc:sldChg chg="addSp delSp modSp new mod">
        <pc:chgData name="Francesco Zeno" userId="972aea886ab22cdb" providerId="LiveId" clId="{41A66BC3-AA45-434E-85A8-C1565E78A1CA}" dt="2022-05-19T16:03:05.926" v="8" actId="1076"/>
        <pc:sldMkLst>
          <pc:docMk/>
          <pc:sldMk cId="50975296" sldId="260"/>
        </pc:sldMkLst>
        <pc:spChg chg="del mod">
          <ac:chgData name="Francesco Zeno" userId="972aea886ab22cdb" providerId="LiveId" clId="{41A66BC3-AA45-434E-85A8-C1565E78A1CA}" dt="2022-05-19T16:03:02.541" v="7" actId="21"/>
          <ac:spMkLst>
            <pc:docMk/>
            <pc:sldMk cId="50975296" sldId="260"/>
            <ac:spMk id="2" creationId="{97694566-A854-F1F9-47E7-F9D5F57CB1E4}"/>
          </ac:spMkLst>
        </pc:spChg>
        <pc:spChg chg="del">
          <ac:chgData name="Francesco Zeno" userId="972aea886ab22cdb" providerId="LiveId" clId="{41A66BC3-AA45-434E-85A8-C1565E78A1CA}" dt="2022-05-19T16:02:59.942" v="6" actId="21"/>
          <ac:spMkLst>
            <pc:docMk/>
            <pc:sldMk cId="50975296" sldId="260"/>
            <ac:spMk id="3" creationId="{49D6D118-E6B9-0A1F-6B75-E233843545E5}"/>
          </ac:spMkLst>
        </pc:spChg>
        <pc:picChg chg="add mod">
          <ac:chgData name="Francesco Zeno" userId="972aea886ab22cdb" providerId="LiveId" clId="{41A66BC3-AA45-434E-85A8-C1565E78A1CA}" dt="2022-05-19T16:03:05.926" v="8" actId="1076"/>
          <ac:picMkLst>
            <pc:docMk/>
            <pc:sldMk cId="50975296" sldId="260"/>
            <ac:picMk id="5" creationId="{51DEEC13-2BA1-C323-6CD2-762460E19091}"/>
          </ac:picMkLst>
        </pc:picChg>
      </pc:sldChg>
      <pc:sldChg chg="addSp delSp modSp new mod">
        <pc:chgData name="Francesco Zeno" userId="972aea886ab22cdb" providerId="LiveId" clId="{41A66BC3-AA45-434E-85A8-C1565E78A1CA}" dt="2022-05-19T16:03:35.191" v="13" actId="1076"/>
        <pc:sldMkLst>
          <pc:docMk/>
          <pc:sldMk cId="3139504326" sldId="261"/>
        </pc:sldMkLst>
        <pc:spChg chg="del mod">
          <ac:chgData name="Francesco Zeno" userId="972aea886ab22cdb" providerId="LiveId" clId="{41A66BC3-AA45-434E-85A8-C1565E78A1CA}" dt="2022-05-19T16:03:32.170" v="12" actId="21"/>
          <ac:spMkLst>
            <pc:docMk/>
            <pc:sldMk cId="3139504326" sldId="261"/>
            <ac:spMk id="2" creationId="{FABFE7A4-8ED0-CBFA-3AB0-EE146B158EA6}"/>
          </ac:spMkLst>
        </pc:spChg>
        <pc:spChg chg="del">
          <ac:chgData name="Francesco Zeno" userId="972aea886ab22cdb" providerId="LiveId" clId="{41A66BC3-AA45-434E-85A8-C1565E78A1CA}" dt="2022-05-19T16:03:29.947" v="11" actId="21"/>
          <ac:spMkLst>
            <pc:docMk/>
            <pc:sldMk cId="3139504326" sldId="261"/>
            <ac:spMk id="3" creationId="{DDBF0380-C6B5-241C-4F97-EF066341D607}"/>
          </ac:spMkLst>
        </pc:spChg>
        <pc:picChg chg="add mod">
          <ac:chgData name="Francesco Zeno" userId="972aea886ab22cdb" providerId="LiveId" clId="{41A66BC3-AA45-434E-85A8-C1565E78A1CA}" dt="2022-05-19T16:03:35.191" v="13" actId="1076"/>
          <ac:picMkLst>
            <pc:docMk/>
            <pc:sldMk cId="3139504326" sldId="261"/>
            <ac:picMk id="5" creationId="{4BB15F84-63D0-7D7B-051D-1B291D277F5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1408650" y="273825"/>
            <a:ext cx="6326700" cy="7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3080" b="1" dirty="0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L’Inquinamento nel mondo</a:t>
            </a:r>
            <a:endParaRPr sz="3080" b="1" dirty="0">
              <a:solidFill>
                <a:srgbClr val="FF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193550" y="1480175"/>
            <a:ext cx="6756900" cy="30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716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L’economia circolare è un’economia pensata per potersi rigenerare da sola, questa sfrutta materiali biologici e fonti e energie rinnovabili.</a:t>
            </a:r>
            <a:endParaRPr sz="2716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716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In questo modo eliminando i combustibili fossili </a:t>
            </a:r>
            <a:endParaRPr sz="2716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716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è possibile ridurre l’inquinamento nel mondo.</a:t>
            </a:r>
            <a:endParaRPr sz="2716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16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endParaRPr sz="2100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F21F99C-FCFA-4165-85A7-E5244899E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811630"/>
            <a:ext cx="4572000" cy="3729854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327FE8A9-1CDD-4A0A-A9E9-F000D9176044}"/>
              </a:ext>
            </a:extLst>
          </p:cNvPr>
          <p:cNvSpPr txBox="1"/>
          <p:nvPr/>
        </p:nvSpPr>
        <p:spPr>
          <a:xfrm>
            <a:off x="213849" y="150911"/>
            <a:ext cx="7973568" cy="557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020" dirty="0">
                <a:solidFill>
                  <a:srgbClr val="FF0000"/>
                </a:solidFill>
                <a:latin typeface="Merriweather" panose="020B0604020202020204" charset="0"/>
              </a:rPr>
              <a:t>Qualità dell’aria in Italia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25AD11F-DF1D-4849-871A-7E0BC3D2EFA4}"/>
              </a:ext>
            </a:extLst>
          </p:cNvPr>
          <p:cNvSpPr txBox="1"/>
          <p:nvPr/>
        </p:nvSpPr>
        <p:spPr>
          <a:xfrm>
            <a:off x="213849" y="1017478"/>
            <a:ext cx="435815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Nel 2020, la qualità dell’aria in Italia è generalmente migliorata, confermando il trend registrato negli ultimi cinque anni.</a:t>
            </a:r>
          </a:p>
          <a:p>
            <a:r>
              <a:rPr lang="it-IT" dirty="0"/>
              <a:t>Ma come mostrato dal grafico la diminuzione non è così significativa per il pm10 che invece nel 2020 in 155 (29%) delle stazioni di monitoraggio italiane sono stati registrati sforamenti del limite consentito dalla normativa UE, ma comunque un miglioramento rispetto al 2015 dove i superamenti erano 200 (39%). Invece nel 2015 la media annua di NO2 superava il limite di 40 microgrammi al metro cubo in 67 stazioni di monitoraggio italiane (13% del totale), mentre nel 2020 le stazioni che non rispettano tale parametro sono 14 (2%).</a:t>
            </a:r>
          </a:p>
        </p:txBody>
      </p:sp>
    </p:spTree>
    <p:extLst>
      <p:ext uri="{BB962C8B-B14F-4D97-AF65-F5344CB8AC3E}">
        <p14:creationId xmlns:p14="http://schemas.microsoft.com/office/powerpoint/2010/main" val="3139504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5D258807-44CB-430D-9A8C-52B713EBD8DA}"/>
              </a:ext>
            </a:extLst>
          </p:cNvPr>
          <p:cNvSpPr txBox="1"/>
          <p:nvPr/>
        </p:nvSpPr>
        <p:spPr>
          <a:xfrm>
            <a:off x="134112" y="272584"/>
            <a:ext cx="8485632" cy="557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020" dirty="0">
                <a:solidFill>
                  <a:srgbClr val="FF0000"/>
                </a:solidFill>
                <a:latin typeface="Merriweather" panose="020B0604020202020204" charset="0"/>
              </a:rPr>
              <a:t>Qualità dell’aria in Europa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858B01D-0629-4237-8149-90B5E00EE4F8}"/>
              </a:ext>
            </a:extLst>
          </p:cNvPr>
          <p:cNvSpPr txBox="1"/>
          <p:nvPr/>
        </p:nvSpPr>
        <p:spPr>
          <a:xfrm>
            <a:off x="108838" y="801386"/>
            <a:ext cx="8900160" cy="1451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it-IT" sz="1262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sym typeface="Trebuchet MS"/>
              </a:rPr>
              <a:t>Per Inquinamento dell’aria si intende la contaminazione dell’ambiente da parte di agenti chimici, fisici o biologici che apportano delle modifiche alle condizioni naturali dell’atmosfera e che possono avere effetti dannosi sull’ambiente e sulle persone. Un esempio di agente inquinante sono le polveri sottili che in particolare vengono prodotti dai motori delle auto.</a:t>
            </a:r>
            <a:r>
              <a:rPr lang="it-IT" sz="1262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</a:rPr>
              <a:t> Per questo, soprattutto d’inverno quando le precipitazioni sono scarse e le temperature basse favoriscono il ristagno dell’aria a livello del suolo, si verificano accumuli eccessivi di polveri sottili che possono durare anche diversi giorni. Un modo per poter ridurre il livello di polveri sottili è limitare fortemente il traffico con il sistema delle targhe alterne o un blocco totale.</a:t>
            </a:r>
            <a:endParaRPr lang="it-IT" sz="1262" dirty="0">
              <a:solidFill>
                <a:schemeClr val="dk1"/>
              </a:solidFill>
              <a:highlight>
                <a:srgbClr val="FFFFFF"/>
              </a:highlight>
              <a:latin typeface="Trebuchet MS"/>
              <a:sym typeface="Trebuchet MS"/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3BEC43EC-E9BF-4222-9570-3E64BD202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2957" y="2253258"/>
            <a:ext cx="5531043" cy="2890242"/>
          </a:xfrm>
          <a:prstGeom prst="rect">
            <a:avLst/>
          </a:prstGeom>
        </p:spPr>
      </p:pic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5FB7BFCF-3245-4294-91A7-95AD5E3986DF}"/>
              </a:ext>
            </a:extLst>
          </p:cNvPr>
          <p:cNvSpPr txBox="1"/>
          <p:nvPr/>
        </p:nvSpPr>
        <p:spPr>
          <a:xfrm>
            <a:off x="108838" y="2286358"/>
            <a:ext cx="3441971" cy="2055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it-IT" altLang="it-IT" sz="1262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</a:rPr>
              <a:t>Dal punto di vista dell’impatto sulla salute, sulla base dei dati consolidati del 2016 acquisiti dalle stazioni di monitoraggio dell’aria nei 41 Paesi dell’area europea, si stimano: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it-IT" altLang="it-IT" sz="1262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</a:rPr>
              <a:t>412 mila decessi prematuri attribuiti all’esposizione a particolato PM2,5, 71 mila al biossido di azoto (NO2) e oltre 15 mila all’ozono (O3).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9639067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343</Words>
  <Application>Microsoft Office PowerPoint</Application>
  <PresentationFormat>Presentazione su schermo (16:9)</PresentationFormat>
  <Paragraphs>13</Paragraphs>
  <Slides>3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8" baseType="lpstr">
      <vt:lpstr>Merriweather</vt:lpstr>
      <vt:lpstr>Trebuchet MS</vt:lpstr>
      <vt:lpstr>Lora</vt:lpstr>
      <vt:lpstr>Arial</vt:lpstr>
      <vt:lpstr>Simple Light</vt:lpstr>
      <vt:lpstr>L’Inquinamento nel mondo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L’Inquinamento nel mondo</dc:title>
  <cp:lastModifiedBy>Admin</cp:lastModifiedBy>
  <cp:revision>10</cp:revision>
  <dcterms:modified xsi:type="dcterms:W3CDTF">2022-05-26T21:31:13Z</dcterms:modified>
</cp:coreProperties>
</file>