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7556500" cy="10699750"/>
  <p:notesSz cx="7556500" cy="1069975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6" d="100"/>
          <a:sy n="56" d="100"/>
        </p:scale>
        <p:origin x="2496" y="5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6922"/>
            <a:ext cx="6428422" cy="224694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91860"/>
            <a:ext cx="5293995" cy="26749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5/31/2022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"/>
            <a:ext cx="7562850" cy="1069657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150" b="1" i="0">
                <a:solidFill>
                  <a:srgbClr val="41414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5/31/2022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150" b="1" i="0">
                <a:solidFill>
                  <a:srgbClr val="41414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8142" y="2460942"/>
            <a:ext cx="3289839" cy="7061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4867" y="2460942"/>
            <a:ext cx="3289839" cy="7061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5/31/2022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150" b="1" i="0">
                <a:solidFill>
                  <a:srgbClr val="41414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5/31/2022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5/31/2022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06566" y="2320146"/>
            <a:ext cx="6349716" cy="9918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150" b="1" i="0">
                <a:solidFill>
                  <a:srgbClr val="41414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61444" y="3532207"/>
            <a:ext cx="6439961" cy="53676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71369" y="9950768"/>
            <a:ext cx="2420112" cy="5349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8142" y="9950768"/>
            <a:ext cx="1739455" cy="5349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5/31/2022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45252" y="9950768"/>
            <a:ext cx="1739455" cy="5349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7562850" cy="10696574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501895" y="6252287"/>
            <a:ext cx="4109085" cy="1954530"/>
          </a:xfrm>
          <a:custGeom>
            <a:avLst/>
            <a:gdLst/>
            <a:ahLst/>
            <a:cxnLst/>
            <a:rect l="l" t="t" r="r" b="b"/>
            <a:pathLst>
              <a:path w="4109085" h="1954529">
                <a:moveTo>
                  <a:pt x="4108721" y="1954264"/>
                </a:moveTo>
                <a:lnTo>
                  <a:pt x="0" y="1954264"/>
                </a:lnTo>
                <a:lnTo>
                  <a:pt x="0" y="0"/>
                </a:lnTo>
                <a:lnTo>
                  <a:pt x="4108721" y="0"/>
                </a:lnTo>
                <a:lnTo>
                  <a:pt x="4108721" y="195426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501895" y="1817969"/>
            <a:ext cx="4109085" cy="4271010"/>
            <a:chOff x="501895" y="1817969"/>
            <a:chExt cx="4109085" cy="4271010"/>
          </a:xfrm>
        </p:grpSpPr>
        <p:sp>
          <p:nvSpPr>
            <p:cNvPr id="5" name="object 5"/>
            <p:cNvSpPr/>
            <p:nvPr/>
          </p:nvSpPr>
          <p:spPr>
            <a:xfrm>
              <a:off x="501895" y="1817969"/>
              <a:ext cx="4109085" cy="4271010"/>
            </a:xfrm>
            <a:custGeom>
              <a:avLst/>
              <a:gdLst/>
              <a:ahLst/>
              <a:cxnLst/>
              <a:rect l="l" t="t" r="r" b="b"/>
              <a:pathLst>
                <a:path w="4109085" h="4271010">
                  <a:moveTo>
                    <a:pt x="4108721" y="4270782"/>
                  </a:moveTo>
                  <a:lnTo>
                    <a:pt x="0" y="4270782"/>
                  </a:lnTo>
                  <a:lnTo>
                    <a:pt x="0" y="0"/>
                  </a:lnTo>
                  <a:lnTo>
                    <a:pt x="4108721" y="0"/>
                  </a:lnTo>
                  <a:lnTo>
                    <a:pt x="4108721" y="427078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40220" y="4377486"/>
              <a:ext cx="85796" cy="85796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40220" y="4768339"/>
              <a:ext cx="85796" cy="85796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40220" y="5550045"/>
              <a:ext cx="85796" cy="85796"/>
            </a:xfrm>
            <a:prstGeom prst="rect">
              <a:avLst/>
            </a:prstGeom>
          </p:spPr>
        </p:pic>
      </p:grp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77579" y="6951957"/>
            <a:ext cx="114395" cy="114395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77579" y="7428607"/>
            <a:ext cx="114395" cy="114395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501895" y="6252287"/>
            <a:ext cx="4109085" cy="195453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endParaRPr sz="3100">
              <a:latin typeface="Times New Roman"/>
              <a:cs typeface="Times New Roman"/>
            </a:endParaRPr>
          </a:p>
          <a:p>
            <a:pPr marL="862965" marR="1137285">
              <a:lnSpc>
                <a:spcPct val="115799"/>
              </a:lnSpc>
            </a:pPr>
            <a:r>
              <a:rPr sz="2700" b="1" spc="-150" dirty="0">
                <a:solidFill>
                  <a:srgbClr val="414141"/>
                </a:solidFill>
                <a:latin typeface="Verdana"/>
                <a:cs typeface="Verdana"/>
              </a:rPr>
              <a:t>f</a:t>
            </a:r>
            <a:r>
              <a:rPr sz="2700" b="1" spc="-120" dirty="0">
                <a:solidFill>
                  <a:srgbClr val="414141"/>
                </a:solidFill>
                <a:latin typeface="Verdana"/>
                <a:cs typeface="Verdana"/>
              </a:rPr>
              <a:t>o</a:t>
            </a:r>
            <a:r>
              <a:rPr sz="2700" b="1" spc="-220" dirty="0">
                <a:solidFill>
                  <a:srgbClr val="414141"/>
                </a:solidFill>
                <a:latin typeface="Verdana"/>
                <a:cs typeface="Verdana"/>
              </a:rPr>
              <a:t>ss</a:t>
            </a:r>
            <a:r>
              <a:rPr sz="2700" b="1" spc="-150" dirty="0">
                <a:solidFill>
                  <a:srgbClr val="414141"/>
                </a:solidFill>
                <a:latin typeface="Verdana"/>
                <a:cs typeface="Verdana"/>
              </a:rPr>
              <a:t>i</a:t>
            </a:r>
            <a:r>
              <a:rPr sz="2700" b="1" spc="-145" dirty="0">
                <a:solidFill>
                  <a:srgbClr val="414141"/>
                </a:solidFill>
                <a:latin typeface="Verdana"/>
                <a:cs typeface="Verdana"/>
              </a:rPr>
              <a:t>l</a:t>
            </a:r>
            <a:r>
              <a:rPr sz="2700" b="1" spc="-180" dirty="0">
                <a:solidFill>
                  <a:srgbClr val="414141"/>
                </a:solidFill>
                <a:latin typeface="Verdana"/>
                <a:cs typeface="Verdana"/>
              </a:rPr>
              <a:t> </a:t>
            </a:r>
            <a:r>
              <a:rPr sz="2700" b="1" spc="-150" dirty="0">
                <a:solidFill>
                  <a:srgbClr val="414141"/>
                </a:solidFill>
                <a:latin typeface="Verdana"/>
                <a:cs typeface="Verdana"/>
              </a:rPr>
              <a:t>f</a:t>
            </a:r>
            <a:r>
              <a:rPr sz="2700" b="1" spc="-90" dirty="0">
                <a:solidFill>
                  <a:srgbClr val="414141"/>
                </a:solidFill>
                <a:latin typeface="Verdana"/>
                <a:cs typeface="Verdana"/>
              </a:rPr>
              <a:t>u</a:t>
            </a:r>
            <a:r>
              <a:rPr sz="2700" b="1" spc="-120" dirty="0">
                <a:solidFill>
                  <a:srgbClr val="414141"/>
                </a:solidFill>
                <a:latin typeface="Verdana"/>
                <a:cs typeface="Verdana"/>
              </a:rPr>
              <a:t>e</a:t>
            </a:r>
            <a:r>
              <a:rPr sz="2700" b="1" spc="-150" dirty="0">
                <a:solidFill>
                  <a:srgbClr val="414141"/>
                </a:solidFill>
                <a:latin typeface="Verdana"/>
                <a:cs typeface="Verdana"/>
              </a:rPr>
              <a:t>l</a:t>
            </a:r>
            <a:r>
              <a:rPr sz="2700" b="1" spc="-155" dirty="0">
                <a:solidFill>
                  <a:srgbClr val="414141"/>
                </a:solidFill>
                <a:latin typeface="Verdana"/>
                <a:cs typeface="Verdana"/>
              </a:rPr>
              <a:t>s  </a:t>
            </a:r>
            <a:r>
              <a:rPr sz="2700" b="1" spc="-80" dirty="0">
                <a:solidFill>
                  <a:srgbClr val="414141"/>
                </a:solidFill>
                <a:latin typeface="Verdana"/>
                <a:cs typeface="Verdana"/>
              </a:rPr>
              <a:t>n</a:t>
            </a:r>
            <a:r>
              <a:rPr sz="2700" b="1" spc="-90" dirty="0">
                <a:solidFill>
                  <a:srgbClr val="414141"/>
                </a:solidFill>
                <a:latin typeface="Verdana"/>
                <a:cs typeface="Verdana"/>
              </a:rPr>
              <a:t>u</a:t>
            </a:r>
            <a:r>
              <a:rPr sz="2700" b="1" spc="-25" dirty="0">
                <a:solidFill>
                  <a:srgbClr val="414141"/>
                </a:solidFill>
                <a:latin typeface="Verdana"/>
                <a:cs typeface="Verdana"/>
              </a:rPr>
              <a:t>c</a:t>
            </a:r>
            <a:r>
              <a:rPr sz="2700" b="1" spc="-150" dirty="0">
                <a:solidFill>
                  <a:srgbClr val="414141"/>
                </a:solidFill>
                <a:latin typeface="Verdana"/>
                <a:cs typeface="Verdana"/>
              </a:rPr>
              <a:t>l</a:t>
            </a:r>
            <a:r>
              <a:rPr sz="2700" b="1" spc="-120" dirty="0">
                <a:solidFill>
                  <a:srgbClr val="414141"/>
                </a:solidFill>
                <a:latin typeface="Verdana"/>
                <a:cs typeface="Verdana"/>
              </a:rPr>
              <a:t>e</a:t>
            </a:r>
            <a:r>
              <a:rPr sz="2700" b="1" spc="-170" dirty="0">
                <a:solidFill>
                  <a:srgbClr val="414141"/>
                </a:solidFill>
                <a:latin typeface="Verdana"/>
                <a:cs typeface="Verdana"/>
              </a:rPr>
              <a:t>a</a:t>
            </a:r>
            <a:r>
              <a:rPr sz="2700" b="1" spc="-210" dirty="0">
                <a:solidFill>
                  <a:srgbClr val="414141"/>
                </a:solidFill>
                <a:latin typeface="Verdana"/>
                <a:cs typeface="Verdana"/>
              </a:rPr>
              <a:t>r</a:t>
            </a:r>
            <a:r>
              <a:rPr sz="2700" b="1" spc="-180" dirty="0">
                <a:solidFill>
                  <a:srgbClr val="414141"/>
                </a:solidFill>
                <a:latin typeface="Verdana"/>
                <a:cs typeface="Verdana"/>
              </a:rPr>
              <a:t> </a:t>
            </a:r>
            <a:r>
              <a:rPr sz="2700" b="1" spc="-150" dirty="0">
                <a:solidFill>
                  <a:srgbClr val="414141"/>
                </a:solidFill>
                <a:latin typeface="Verdana"/>
                <a:cs typeface="Verdana"/>
              </a:rPr>
              <a:t>f</a:t>
            </a:r>
            <a:r>
              <a:rPr sz="2700" b="1" spc="-90" dirty="0">
                <a:solidFill>
                  <a:srgbClr val="414141"/>
                </a:solidFill>
                <a:latin typeface="Verdana"/>
                <a:cs typeface="Verdana"/>
              </a:rPr>
              <a:t>u</a:t>
            </a:r>
            <a:r>
              <a:rPr sz="2700" b="1" spc="-120" dirty="0">
                <a:solidFill>
                  <a:srgbClr val="414141"/>
                </a:solidFill>
                <a:latin typeface="Verdana"/>
                <a:cs typeface="Verdana"/>
              </a:rPr>
              <a:t>e</a:t>
            </a:r>
            <a:r>
              <a:rPr sz="2700" b="1" spc="-145" dirty="0">
                <a:solidFill>
                  <a:srgbClr val="414141"/>
                </a:solidFill>
                <a:latin typeface="Verdana"/>
                <a:cs typeface="Verdana"/>
              </a:rPr>
              <a:t>l</a:t>
            </a:r>
            <a:endParaRPr sz="27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01895" y="1817969"/>
            <a:ext cx="4109085" cy="4271010"/>
          </a:xfrm>
          <a:prstGeom prst="rect">
            <a:avLst/>
          </a:prstGeom>
        </p:spPr>
        <p:txBody>
          <a:bodyPr vert="horz" wrap="square" lIns="0" tIns="358140" rIns="0" bIns="0" rtlCol="0">
            <a:spAutoFit/>
          </a:bodyPr>
          <a:lstStyle/>
          <a:p>
            <a:pPr marL="420370" marR="526415">
              <a:lnSpc>
                <a:spcPct val="106700"/>
              </a:lnSpc>
              <a:spcBef>
                <a:spcPts val="2820"/>
              </a:spcBef>
            </a:pPr>
            <a:r>
              <a:rPr sz="3400" b="1" spc="-100" dirty="0">
                <a:solidFill>
                  <a:srgbClr val="414141"/>
                </a:solidFill>
                <a:latin typeface="Verdana"/>
                <a:cs typeface="Verdana"/>
              </a:rPr>
              <a:t>NON </a:t>
            </a:r>
            <a:r>
              <a:rPr sz="3400" b="1" spc="-95" dirty="0">
                <a:solidFill>
                  <a:srgbClr val="414141"/>
                </a:solidFill>
                <a:latin typeface="Verdana"/>
                <a:cs typeface="Verdana"/>
              </a:rPr>
              <a:t> </a:t>
            </a:r>
            <a:r>
              <a:rPr sz="3400" b="1" spc="-150" dirty="0">
                <a:solidFill>
                  <a:srgbClr val="414141"/>
                </a:solidFill>
                <a:latin typeface="Verdana"/>
                <a:cs typeface="Verdana"/>
              </a:rPr>
              <a:t>R</a:t>
            </a:r>
            <a:r>
              <a:rPr sz="3400" b="1" spc="-45" dirty="0">
                <a:solidFill>
                  <a:srgbClr val="414141"/>
                </a:solidFill>
                <a:latin typeface="Verdana"/>
                <a:cs typeface="Verdana"/>
              </a:rPr>
              <a:t>E</a:t>
            </a:r>
            <a:r>
              <a:rPr sz="3400" b="1" spc="-145" dirty="0">
                <a:solidFill>
                  <a:srgbClr val="414141"/>
                </a:solidFill>
                <a:latin typeface="Verdana"/>
                <a:cs typeface="Verdana"/>
              </a:rPr>
              <a:t>N</a:t>
            </a:r>
            <a:r>
              <a:rPr sz="3400" b="1" spc="-45" dirty="0">
                <a:solidFill>
                  <a:srgbClr val="414141"/>
                </a:solidFill>
                <a:latin typeface="Verdana"/>
                <a:cs typeface="Verdana"/>
              </a:rPr>
              <a:t>E</a:t>
            </a:r>
            <a:r>
              <a:rPr sz="3400" b="1" spc="185" dirty="0">
                <a:solidFill>
                  <a:srgbClr val="414141"/>
                </a:solidFill>
                <a:latin typeface="Verdana"/>
                <a:cs typeface="Verdana"/>
              </a:rPr>
              <a:t>W</a:t>
            </a:r>
            <a:r>
              <a:rPr sz="3400" b="1" spc="25" dirty="0">
                <a:solidFill>
                  <a:srgbClr val="414141"/>
                </a:solidFill>
                <a:latin typeface="Verdana"/>
                <a:cs typeface="Verdana"/>
              </a:rPr>
              <a:t>A</a:t>
            </a:r>
            <a:r>
              <a:rPr sz="3400" b="1" spc="20" dirty="0">
                <a:solidFill>
                  <a:srgbClr val="414141"/>
                </a:solidFill>
                <a:latin typeface="Verdana"/>
                <a:cs typeface="Verdana"/>
              </a:rPr>
              <a:t>B</a:t>
            </a:r>
            <a:r>
              <a:rPr sz="3400" b="1" spc="-100" dirty="0">
                <a:solidFill>
                  <a:srgbClr val="414141"/>
                </a:solidFill>
                <a:latin typeface="Verdana"/>
                <a:cs typeface="Verdana"/>
              </a:rPr>
              <a:t>L</a:t>
            </a:r>
            <a:r>
              <a:rPr sz="3400" b="1" spc="-45" dirty="0">
                <a:solidFill>
                  <a:srgbClr val="414141"/>
                </a:solidFill>
                <a:latin typeface="Verdana"/>
                <a:cs typeface="Verdana"/>
              </a:rPr>
              <a:t>E</a:t>
            </a:r>
            <a:r>
              <a:rPr sz="3400" b="1" spc="-254" dirty="0">
                <a:solidFill>
                  <a:srgbClr val="414141"/>
                </a:solidFill>
                <a:latin typeface="Verdana"/>
                <a:cs typeface="Verdana"/>
              </a:rPr>
              <a:t>-  </a:t>
            </a:r>
            <a:r>
              <a:rPr sz="3400" b="1" spc="-110" dirty="0">
                <a:solidFill>
                  <a:srgbClr val="414141"/>
                </a:solidFill>
                <a:latin typeface="Verdana"/>
                <a:cs typeface="Verdana"/>
              </a:rPr>
              <a:t>ENERGY</a:t>
            </a:r>
            <a:endParaRPr sz="3400">
              <a:latin typeface="Verdana"/>
              <a:cs typeface="Verdana"/>
            </a:endParaRPr>
          </a:p>
          <a:p>
            <a:pPr marL="474980">
              <a:lnSpc>
                <a:spcPct val="100000"/>
              </a:lnSpc>
              <a:spcBef>
                <a:spcPts val="3045"/>
              </a:spcBef>
            </a:pPr>
            <a:r>
              <a:rPr sz="2200" b="1" spc="-75" dirty="0">
                <a:solidFill>
                  <a:srgbClr val="414141"/>
                </a:solidFill>
                <a:latin typeface="Verdana"/>
                <a:cs typeface="Verdana"/>
              </a:rPr>
              <a:t>t</a:t>
            </a:r>
            <a:r>
              <a:rPr sz="2200" b="1" spc="-65" dirty="0">
                <a:solidFill>
                  <a:srgbClr val="414141"/>
                </a:solidFill>
                <a:latin typeface="Verdana"/>
                <a:cs typeface="Verdana"/>
              </a:rPr>
              <a:t>h</a:t>
            </a:r>
            <a:r>
              <a:rPr sz="2200" b="1" spc="-100" dirty="0">
                <a:solidFill>
                  <a:srgbClr val="414141"/>
                </a:solidFill>
                <a:latin typeface="Verdana"/>
                <a:cs typeface="Verdana"/>
              </a:rPr>
              <a:t>e</a:t>
            </a:r>
            <a:r>
              <a:rPr sz="2200" b="1" spc="-160" dirty="0">
                <a:solidFill>
                  <a:srgbClr val="414141"/>
                </a:solidFill>
                <a:latin typeface="Verdana"/>
                <a:cs typeface="Verdana"/>
              </a:rPr>
              <a:t>y</a:t>
            </a:r>
            <a:r>
              <a:rPr sz="2200" b="1" spc="-145" dirty="0">
                <a:solidFill>
                  <a:srgbClr val="414141"/>
                </a:solidFill>
                <a:latin typeface="Verdana"/>
                <a:cs typeface="Verdana"/>
              </a:rPr>
              <a:t> </a:t>
            </a:r>
            <a:r>
              <a:rPr sz="2200" b="1" spc="-175" dirty="0">
                <a:solidFill>
                  <a:srgbClr val="414141"/>
                </a:solidFill>
                <a:latin typeface="Verdana"/>
                <a:cs typeface="Verdana"/>
              </a:rPr>
              <a:t>r</a:t>
            </a:r>
            <a:r>
              <a:rPr sz="2200" b="1" spc="-75" dirty="0">
                <a:solidFill>
                  <a:srgbClr val="414141"/>
                </a:solidFill>
                <a:latin typeface="Verdana"/>
                <a:cs typeface="Verdana"/>
              </a:rPr>
              <a:t>u</a:t>
            </a:r>
            <a:r>
              <a:rPr sz="2200" b="1" spc="-60" dirty="0">
                <a:solidFill>
                  <a:srgbClr val="414141"/>
                </a:solidFill>
                <a:latin typeface="Verdana"/>
                <a:cs typeface="Verdana"/>
              </a:rPr>
              <a:t>n</a:t>
            </a:r>
            <a:r>
              <a:rPr sz="2200" b="1" spc="-145" dirty="0">
                <a:solidFill>
                  <a:srgbClr val="414141"/>
                </a:solidFill>
                <a:latin typeface="Verdana"/>
                <a:cs typeface="Verdana"/>
              </a:rPr>
              <a:t> </a:t>
            </a:r>
            <a:r>
              <a:rPr sz="2200" b="1" spc="-100" dirty="0">
                <a:solidFill>
                  <a:srgbClr val="414141"/>
                </a:solidFill>
                <a:latin typeface="Verdana"/>
                <a:cs typeface="Verdana"/>
              </a:rPr>
              <a:t>o</a:t>
            </a:r>
            <a:r>
              <a:rPr sz="2200" b="1" spc="-75" dirty="0">
                <a:solidFill>
                  <a:srgbClr val="414141"/>
                </a:solidFill>
                <a:latin typeface="Verdana"/>
                <a:cs typeface="Verdana"/>
              </a:rPr>
              <a:t>u</a:t>
            </a:r>
            <a:r>
              <a:rPr sz="2200" b="1" spc="-70" dirty="0">
                <a:solidFill>
                  <a:srgbClr val="414141"/>
                </a:solidFill>
                <a:latin typeface="Verdana"/>
                <a:cs typeface="Verdana"/>
              </a:rPr>
              <a:t>t</a:t>
            </a:r>
            <a:endParaRPr sz="2200">
              <a:latin typeface="Verdana"/>
              <a:cs typeface="Verdana"/>
            </a:endParaRPr>
          </a:p>
          <a:p>
            <a:pPr marL="462915" marR="967105" indent="12065">
              <a:lnSpc>
                <a:spcPct val="116599"/>
              </a:lnSpc>
            </a:pPr>
            <a:r>
              <a:rPr sz="2200" b="1" spc="-35" dirty="0">
                <a:solidFill>
                  <a:srgbClr val="414141"/>
                </a:solidFill>
                <a:latin typeface="Verdana"/>
                <a:cs typeface="Verdana"/>
              </a:rPr>
              <a:t>b</a:t>
            </a:r>
            <a:r>
              <a:rPr sz="2200" b="1" spc="-140" dirty="0">
                <a:solidFill>
                  <a:srgbClr val="414141"/>
                </a:solidFill>
                <a:latin typeface="Verdana"/>
                <a:cs typeface="Verdana"/>
              </a:rPr>
              <a:t>a</a:t>
            </a:r>
            <a:r>
              <a:rPr sz="2200" b="1" spc="-30" dirty="0">
                <a:solidFill>
                  <a:srgbClr val="414141"/>
                </a:solidFill>
                <a:latin typeface="Verdana"/>
                <a:cs typeface="Verdana"/>
              </a:rPr>
              <a:t>d</a:t>
            </a:r>
            <a:r>
              <a:rPr sz="2200" b="1" spc="-145" dirty="0">
                <a:solidFill>
                  <a:srgbClr val="414141"/>
                </a:solidFill>
                <a:latin typeface="Verdana"/>
                <a:cs typeface="Verdana"/>
              </a:rPr>
              <a:t> </a:t>
            </a:r>
            <a:r>
              <a:rPr sz="2200" b="1" spc="-120" dirty="0">
                <a:solidFill>
                  <a:srgbClr val="414141"/>
                </a:solidFill>
                <a:latin typeface="Verdana"/>
                <a:cs typeface="Verdana"/>
              </a:rPr>
              <a:t>i</a:t>
            </a:r>
            <a:r>
              <a:rPr sz="2200" b="1" spc="-15" dirty="0">
                <a:solidFill>
                  <a:srgbClr val="414141"/>
                </a:solidFill>
                <a:latin typeface="Verdana"/>
                <a:cs typeface="Verdana"/>
              </a:rPr>
              <a:t>m</a:t>
            </a:r>
            <a:r>
              <a:rPr sz="2200" b="1" spc="-35" dirty="0">
                <a:solidFill>
                  <a:srgbClr val="414141"/>
                </a:solidFill>
                <a:latin typeface="Verdana"/>
                <a:cs typeface="Verdana"/>
              </a:rPr>
              <a:t>p</a:t>
            </a:r>
            <a:r>
              <a:rPr sz="2200" b="1" spc="-140" dirty="0">
                <a:solidFill>
                  <a:srgbClr val="414141"/>
                </a:solidFill>
                <a:latin typeface="Verdana"/>
                <a:cs typeface="Verdana"/>
              </a:rPr>
              <a:t>a</a:t>
            </a:r>
            <a:r>
              <a:rPr sz="2200" b="1" spc="-25" dirty="0">
                <a:solidFill>
                  <a:srgbClr val="414141"/>
                </a:solidFill>
                <a:latin typeface="Verdana"/>
                <a:cs typeface="Verdana"/>
              </a:rPr>
              <a:t>c</a:t>
            </a:r>
            <a:r>
              <a:rPr sz="2200" b="1" spc="-70" dirty="0">
                <a:solidFill>
                  <a:srgbClr val="414141"/>
                </a:solidFill>
                <a:latin typeface="Verdana"/>
                <a:cs typeface="Verdana"/>
              </a:rPr>
              <a:t>t</a:t>
            </a:r>
            <a:r>
              <a:rPr sz="2200" b="1" spc="-145" dirty="0">
                <a:solidFill>
                  <a:srgbClr val="414141"/>
                </a:solidFill>
                <a:latin typeface="Verdana"/>
                <a:cs typeface="Verdana"/>
              </a:rPr>
              <a:t> </a:t>
            </a:r>
            <a:r>
              <a:rPr sz="2200" b="1" spc="-100" dirty="0">
                <a:solidFill>
                  <a:srgbClr val="414141"/>
                </a:solidFill>
                <a:latin typeface="Verdana"/>
                <a:cs typeface="Verdana"/>
              </a:rPr>
              <a:t>o</a:t>
            </a:r>
            <a:r>
              <a:rPr sz="2200" b="1" spc="-60" dirty="0">
                <a:solidFill>
                  <a:srgbClr val="414141"/>
                </a:solidFill>
                <a:latin typeface="Verdana"/>
                <a:cs typeface="Verdana"/>
              </a:rPr>
              <a:t>n</a:t>
            </a:r>
            <a:r>
              <a:rPr sz="2200" b="1" spc="-145" dirty="0">
                <a:solidFill>
                  <a:srgbClr val="414141"/>
                </a:solidFill>
                <a:latin typeface="Verdana"/>
                <a:cs typeface="Verdana"/>
              </a:rPr>
              <a:t> </a:t>
            </a:r>
            <a:r>
              <a:rPr sz="2200" b="1" spc="-75" dirty="0">
                <a:solidFill>
                  <a:srgbClr val="414141"/>
                </a:solidFill>
                <a:latin typeface="Verdana"/>
                <a:cs typeface="Verdana"/>
              </a:rPr>
              <a:t>t</a:t>
            </a:r>
            <a:r>
              <a:rPr sz="2200" b="1" spc="-65" dirty="0">
                <a:solidFill>
                  <a:srgbClr val="414141"/>
                </a:solidFill>
                <a:latin typeface="Verdana"/>
                <a:cs typeface="Verdana"/>
              </a:rPr>
              <a:t>he  </a:t>
            </a:r>
            <a:r>
              <a:rPr sz="2200" b="1" spc="-105" dirty="0">
                <a:solidFill>
                  <a:srgbClr val="414141"/>
                </a:solidFill>
                <a:latin typeface="Verdana"/>
                <a:cs typeface="Verdana"/>
              </a:rPr>
              <a:t>ecosystem </a:t>
            </a:r>
            <a:r>
              <a:rPr sz="2200" b="1" spc="-100" dirty="0">
                <a:solidFill>
                  <a:srgbClr val="414141"/>
                </a:solidFill>
                <a:latin typeface="Verdana"/>
                <a:cs typeface="Verdana"/>
              </a:rPr>
              <a:t> </a:t>
            </a:r>
            <a:r>
              <a:rPr sz="2200" b="1" spc="-35" dirty="0">
                <a:solidFill>
                  <a:srgbClr val="414141"/>
                </a:solidFill>
                <a:latin typeface="Verdana"/>
                <a:cs typeface="Verdana"/>
              </a:rPr>
              <a:t>p</a:t>
            </a:r>
            <a:r>
              <a:rPr sz="2200" b="1" spc="-100" dirty="0">
                <a:solidFill>
                  <a:srgbClr val="414141"/>
                </a:solidFill>
                <a:latin typeface="Verdana"/>
                <a:cs typeface="Verdana"/>
              </a:rPr>
              <a:t>o</a:t>
            </a:r>
            <a:r>
              <a:rPr sz="2200" b="1" spc="-120" dirty="0">
                <a:solidFill>
                  <a:srgbClr val="414141"/>
                </a:solidFill>
                <a:latin typeface="Verdana"/>
                <a:cs typeface="Verdana"/>
              </a:rPr>
              <a:t>ll</a:t>
            </a:r>
            <a:r>
              <a:rPr sz="2200" b="1" spc="-75" dirty="0">
                <a:solidFill>
                  <a:srgbClr val="414141"/>
                </a:solidFill>
                <a:latin typeface="Verdana"/>
                <a:cs typeface="Verdana"/>
              </a:rPr>
              <a:t>ut</a:t>
            </a:r>
            <a:r>
              <a:rPr sz="2200" b="1" spc="-120" dirty="0">
                <a:solidFill>
                  <a:srgbClr val="414141"/>
                </a:solidFill>
                <a:latin typeface="Verdana"/>
                <a:cs typeface="Verdana"/>
              </a:rPr>
              <a:t>i</a:t>
            </a:r>
            <a:r>
              <a:rPr sz="2200" b="1" spc="-65" dirty="0">
                <a:solidFill>
                  <a:srgbClr val="414141"/>
                </a:solidFill>
                <a:latin typeface="Verdana"/>
                <a:cs typeface="Verdana"/>
              </a:rPr>
              <a:t>n</a:t>
            </a:r>
            <a:r>
              <a:rPr sz="2200" b="1" spc="-15" dirty="0">
                <a:solidFill>
                  <a:srgbClr val="414141"/>
                </a:solidFill>
                <a:latin typeface="Verdana"/>
                <a:cs typeface="Verdana"/>
              </a:rPr>
              <a:t>g</a:t>
            </a:r>
            <a:r>
              <a:rPr sz="2200" b="1" spc="-145" dirty="0">
                <a:solidFill>
                  <a:srgbClr val="414141"/>
                </a:solidFill>
                <a:latin typeface="Verdana"/>
                <a:cs typeface="Verdana"/>
              </a:rPr>
              <a:t> </a:t>
            </a:r>
            <a:r>
              <a:rPr sz="2200" b="1" spc="-140" dirty="0">
                <a:solidFill>
                  <a:srgbClr val="414141"/>
                </a:solidFill>
                <a:latin typeface="Verdana"/>
                <a:cs typeface="Verdana"/>
              </a:rPr>
              <a:t>wa</a:t>
            </a:r>
            <a:r>
              <a:rPr sz="2200" b="1" spc="-180" dirty="0">
                <a:solidFill>
                  <a:srgbClr val="414141"/>
                </a:solidFill>
                <a:latin typeface="Verdana"/>
                <a:cs typeface="Verdana"/>
              </a:rPr>
              <a:t>s</a:t>
            </a:r>
            <a:r>
              <a:rPr sz="2200" b="1" spc="-75" dirty="0">
                <a:solidFill>
                  <a:srgbClr val="414141"/>
                </a:solidFill>
                <a:latin typeface="Verdana"/>
                <a:cs typeface="Verdana"/>
              </a:rPr>
              <a:t>t</a:t>
            </a:r>
            <a:r>
              <a:rPr sz="2200" b="1" spc="-95" dirty="0">
                <a:solidFill>
                  <a:srgbClr val="414141"/>
                </a:solidFill>
                <a:latin typeface="Verdana"/>
                <a:cs typeface="Verdana"/>
              </a:rPr>
              <a:t>e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7562850" cy="10696573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456498" y="6563948"/>
            <a:ext cx="4109085" cy="1954530"/>
          </a:xfrm>
          <a:custGeom>
            <a:avLst/>
            <a:gdLst/>
            <a:ahLst/>
            <a:cxnLst/>
            <a:rect l="l" t="t" r="r" b="b"/>
            <a:pathLst>
              <a:path w="4109085" h="1954529">
                <a:moveTo>
                  <a:pt x="4108721" y="1954264"/>
                </a:moveTo>
                <a:lnTo>
                  <a:pt x="0" y="1954264"/>
                </a:lnTo>
                <a:lnTo>
                  <a:pt x="0" y="0"/>
                </a:lnTo>
                <a:lnTo>
                  <a:pt x="4108721" y="0"/>
                </a:lnTo>
                <a:lnTo>
                  <a:pt x="4108721" y="195426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456498" y="2129629"/>
            <a:ext cx="4109085" cy="4271010"/>
            <a:chOff x="456498" y="2129629"/>
            <a:chExt cx="4109085" cy="4271010"/>
          </a:xfrm>
        </p:grpSpPr>
        <p:sp>
          <p:nvSpPr>
            <p:cNvPr id="5" name="object 5"/>
            <p:cNvSpPr/>
            <p:nvPr/>
          </p:nvSpPr>
          <p:spPr>
            <a:xfrm>
              <a:off x="456498" y="2129629"/>
              <a:ext cx="4109085" cy="4271010"/>
            </a:xfrm>
            <a:custGeom>
              <a:avLst/>
              <a:gdLst/>
              <a:ahLst/>
              <a:cxnLst/>
              <a:rect l="l" t="t" r="r" b="b"/>
              <a:pathLst>
                <a:path w="4109085" h="4271010">
                  <a:moveTo>
                    <a:pt x="4108721" y="4270782"/>
                  </a:moveTo>
                  <a:lnTo>
                    <a:pt x="0" y="4270782"/>
                  </a:lnTo>
                  <a:lnTo>
                    <a:pt x="0" y="0"/>
                  </a:lnTo>
                  <a:lnTo>
                    <a:pt x="4108721" y="0"/>
                  </a:lnTo>
                  <a:lnTo>
                    <a:pt x="4108721" y="427078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94823" y="4408464"/>
              <a:ext cx="85796" cy="85796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94823" y="4799317"/>
              <a:ext cx="85796" cy="85796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94823" y="5581023"/>
              <a:ext cx="85796" cy="85796"/>
            </a:xfrm>
            <a:prstGeom prst="rect">
              <a:avLst/>
            </a:prstGeom>
          </p:spPr>
        </p:pic>
      </p:grp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99629" y="6953794"/>
            <a:ext cx="66730" cy="66730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99629" y="7230251"/>
            <a:ext cx="66730" cy="66730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99629" y="7506709"/>
            <a:ext cx="66730" cy="66730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99629" y="7783166"/>
            <a:ext cx="66730" cy="66730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99629" y="8059622"/>
            <a:ext cx="66730" cy="66730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456498" y="6563948"/>
            <a:ext cx="4109085" cy="1954530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endParaRPr sz="1750">
              <a:latin typeface="Times New Roman"/>
              <a:cs typeface="Times New Roman"/>
            </a:endParaRPr>
          </a:p>
          <a:p>
            <a:pPr marL="645795" marR="2236470" algn="just">
              <a:lnSpc>
                <a:spcPct val="113399"/>
              </a:lnSpc>
            </a:pPr>
            <a:r>
              <a:rPr sz="1600" b="1" spc="-130" dirty="0">
                <a:solidFill>
                  <a:srgbClr val="414141"/>
                </a:solidFill>
                <a:latin typeface="Verdana"/>
                <a:cs typeface="Verdana"/>
              </a:rPr>
              <a:t>s</a:t>
            </a:r>
            <a:r>
              <a:rPr sz="1600" b="1" spc="-75" dirty="0">
                <a:solidFill>
                  <a:srgbClr val="414141"/>
                </a:solidFill>
                <a:latin typeface="Verdana"/>
                <a:cs typeface="Verdana"/>
              </a:rPr>
              <a:t>o</a:t>
            </a:r>
            <a:r>
              <a:rPr sz="1600" b="1" spc="-85" dirty="0">
                <a:solidFill>
                  <a:srgbClr val="414141"/>
                </a:solidFill>
                <a:latin typeface="Verdana"/>
                <a:cs typeface="Verdana"/>
              </a:rPr>
              <a:t>l</a:t>
            </a:r>
            <a:r>
              <a:rPr sz="1600" b="1" spc="-105" dirty="0">
                <a:solidFill>
                  <a:srgbClr val="414141"/>
                </a:solidFill>
                <a:latin typeface="Verdana"/>
                <a:cs typeface="Verdana"/>
              </a:rPr>
              <a:t>a</a:t>
            </a:r>
            <a:r>
              <a:rPr sz="1600" b="1" spc="-125" dirty="0">
                <a:solidFill>
                  <a:srgbClr val="414141"/>
                </a:solidFill>
                <a:latin typeface="Verdana"/>
                <a:cs typeface="Verdana"/>
              </a:rPr>
              <a:t>r</a:t>
            </a:r>
            <a:r>
              <a:rPr sz="1600" b="1" spc="-110" dirty="0">
                <a:solidFill>
                  <a:srgbClr val="414141"/>
                </a:solidFill>
                <a:latin typeface="Verdana"/>
                <a:cs typeface="Verdana"/>
              </a:rPr>
              <a:t> </a:t>
            </a:r>
            <a:r>
              <a:rPr sz="1600" b="1" spc="-75" dirty="0">
                <a:solidFill>
                  <a:srgbClr val="414141"/>
                </a:solidFill>
                <a:latin typeface="Verdana"/>
                <a:cs typeface="Verdana"/>
              </a:rPr>
              <a:t>e</a:t>
            </a:r>
            <a:r>
              <a:rPr sz="1600" b="1" spc="-50" dirty="0">
                <a:solidFill>
                  <a:srgbClr val="414141"/>
                </a:solidFill>
                <a:latin typeface="Verdana"/>
                <a:cs typeface="Verdana"/>
              </a:rPr>
              <a:t>n</a:t>
            </a:r>
            <a:r>
              <a:rPr sz="1600" b="1" spc="-75" dirty="0">
                <a:solidFill>
                  <a:srgbClr val="414141"/>
                </a:solidFill>
                <a:latin typeface="Verdana"/>
                <a:cs typeface="Verdana"/>
              </a:rPr>
              <a:t>e</a:t>
            </a:r>
            <a:r>
              <a:rPr sz="1600" b="1" spc="-130" dirty="0">
                <a:solidFill>
                  <a:srgbClr val="414141"/>
                </a:solidFill>
                <a:latin typeface="Verdana"/>
                <a:cs typeface="Verdana"/>
              </a:rPr>
              <a:t>r</a:t>
            </a:r>
            <a:r>
              <a:rPr sz="1600" b="1" spc="-5" dirty="0">
                <a:solidFill>
                  <a:srgbClr val="414141"/>
                </a:solidFill>
                <a:latin typeface="Verdana"/>
                <a:cs typeface="Verdana"/>
              </a:rPr>
              <a:t>g  </a:t>
            </a:r>
            <a:r>
              <a:rPr sz="1600" b="1" spc="-75" dirty="0">
                <a:solidFill>
                  <a:srgbClr val="414141"/>
                </a:solidFill>
                <a:latin typeface="Verdana"/>
                <a:cs typeface="Verdana"/>
              </a:rPr>
              <a:t>eo</a:t>
            </a:r>
            <a:r>
              <a:rPr sz="1600" b="1" spc="-85" dirty="0">
                <a:solidFill>
                  <a:srgbClr val="414141"/>
                </a:solidFill>
                <a:latin typeface="Verdana"/>
                <a:cs typeface="Verdana"/>
              </a:rPr>
              <a:t>li</a:t>
            </a:r>
            <a:r>
              <a:rPr sz="1600" b="1" spc="-15" dirty="0">
                <a:solidFill>
                  <a:srgbClr val="414141"/>
                </a:solidFill>
                <a:latin typeface="Verdana"/>
                <a:cs typeface="Verdana"/>
              </a:rPr>
              <a:t>c</a:t>
            </a:r>
            <a:r>
              <a:rPr sz="1600" b="1" spc="-110" dirty="0">
                <a:solidFill>
                  <a:srgbClr val="414141"/>
                </a:solidFill>
                <a:latin typeface="Verdana"/>
                <a:cs typeface="Verdana"/>
              </a:rPr>
              <a:t> </a:t>
            </a:r>
            <a:r>
              <a:rPr sz="1600" b="1" spc="-30" dirty="0">
                <a:solidFill>
                  <a:srgbClr val="414141"/>
                </a:solidFill>
                <a:latin typeface="Verdana"/>
                <a:cs typeface="Verdana"/>
              </a:rPr>
              <a:t>p</a:t>
            </a:r>
            <a:r>
              <a:rPr sz="1600" b="1" spc="-75" dirty="0">
                <a:solidFill>
                  <a:srgbClr val="414141"/>
                </a:solidFill>
                <a:latin typeface="Verdana"/>
                <a:cs typeface="Verdana"/>
              </a:rPr>
              <a:t>o</a:t>
            </a:r>
            <a:r>
              <a:rPr sz="1600" b="1" spc="-105" dirty="0">
                <a:solidFill>
                  <a:srgbClr val="414141"/>
                </a:solidFill>
                <a:latin typeface="Verdana"/>
                <a:cs typeface="Verdana"/>
              </a:rPr>
              <a:t>w</a:t>
            </a:r>
            <a:r>
              <a:rPr sz="1600" b="1" spc="-75" dirty="0">
                <a:solidFill>
                  <a:srgbClr val="414141"/>
                </a:solidFill>
                <a:latin typeface="Verdana"/>
                <a:cs typeface="Verdana"/>
              </a:rPr>
              <a:t>e</a:t>
            </a:r>
            <a:r>
              <a:rPr sz="1600" b="1" spc="-125" dirty="0">
                <a:solidFill>
                  <a:srgbClr val="414141"/>
                </a:solidFill>
                <a:latin typeface="Verdana"/>
                <a:cs typeface="Verdana"/>
              </a:rPr>
              <a:t>r</a:t>
            </a:r>
            <a:endParaRPr sz="1600">
              <a:latin typeface="Verdana"/>
              <a:cs typeface="Verdana"/>
            </a:endParaRPr>
          </a:p>
          <a:p>
            <a:pPr marL="645795" marR="1497330" algn="just">
              <a:lnSpc>
                <a:spcPct val="113399"/>
              </a:lnSpc>
            </a:pPr>
            <a:r>
              <a:rPr sz="1600" b="1" spc="-15" dirty="0">
                <a:solidFill>
                  <a:srgbClr val="414141"/>
                </a:solidFill>
                <a:latin typeface="Verdana"/>
                <a:cs typeface="Verdana"/>
              </a:rPr>
              <a:t>g</a:t>
            </a:r>
            <a:r>
              <a:rPr sz="1600" b="1" spc="-75" dirty="0">
                <a:solidFill>
                  <a:srgbClr val="414141"/>
                </a:solidFill>
                <a:latin typeface="Verdana"/>
                <a:cs typeface="Verdana"/>
              </a:rPr>
              <a:t>eo</a:t>
            </a:r>
            <a:r>
              <a:rPr sz="1600" b="1" spc="-55" dirty="0">
                <a:solidFill>
                  <a:srgbClr val="414141"/>
                </a:solidFill>
                <a:latin typeface="Verdana"/>
                <a:cs typeface="Verdana"/>
              </a:rPr>
              <a:t>t</a:t>
            </a:r>
            <a:r>
              <a:rPr sz="1600" b="1" spc="-50" dirty="0">
                <a:solidFill>
                  <a:srgbClr val="414141"/>
                </a:solidFill>
                <a:latin typeface="Verdana"/>
                <a:cs typeface="Verdana"/>
              </a:rPr>
              <a:t>h</a:t>
            </a:r>
            <a:r>
              <a:rPr sz="1600" b="1" spc="-75" dirty="0">
                <a:solidFill>
                  <a:srgbClr val="414141"/>
                </a:solidFill>
                <a:latin typeface="Verdana"/>
                <a:cs typeface="Verdana"/>
              </a:rPr>
              <a:t>e</a:t>
            </a:r>
            <a:r>
              <a:rPr sz="1600" b="1" spc="-130" dirty="0">
                <a:solidFill>
                  <a:srgbClr val="414141"/>
                </a:solidFill>
                <a:latin typeface="Verdana"/>
                <a:cs typeface="Verdana"/>
              </a:rPr>
              <a:t>r</a:t>
            </a:r>
            <a:r>
              <a:rPr sz="1600" b="1" spc="-15" dirty="0">
                <a:solidFill>
                  <a:srgbClr val="414141"/>
                </a:solidFill>
                <a:latin typeface="Verdana"/>
                <a:cs typeface="Verdana"/>
              </a:rPr>
              <a:t>m</a:t>
            </a:r>
            <a:r>
              <a:rPr sz="1600" b="1" spc="-105" dirty="0">
                <a:solidFill>
                  <a:srgbClr val="414141"/>
                </a:solidFill>
                <a:latin typeface="Verdana"/>
                <a:cs typeface="Verdana"/>
              </a:rPr>
              <a:t>a</a:t>
            </a:r>
            <a:r>
              <a:rPr sz="1600" b="1" spc="-85" dirty="0">
                <a:solidFill>
                  <a:srgbClr val="414141"/>
                </a:solidFill>
                <a:latin typeface="Verdana"/>
                <a:cs typeface="Verdana"/>
              </a:rPr>
              <a:t>l</a:t>
            </a:r>
            <a:r>
              <a:rPr sz="1600" b="1" spc="-105" dirty="0">
                <a:solidFill>
                  <a:srgbClr val="414141"/>
                </a:solidFill>
                <a:latin typeface="Verdana"/>
                <a:cs typeface="Verdana"/>
              </a:rPr>
              <a:t> </a:t>
            </a:r>
            <a:r>
              <a:rPr sz="1600" b="1" spc="-30" dirty="0">
                <a:solidFill>
                  <a:srgbClr val="414141"/>
                </a:solidFill>
                <a:latin typeface="Verdana"/>
                <a:cs typeface="Verdana"/>
              </a:rPr>
              <a:t>p</a:t>
            </a:r>
            <a:r>
              <a:rPr sz="1600" b="1" spc="-75" dirty="0">
                <a:solidFill>
                  <a:srgbClr val="414141"/>
                </a:solidFill>
                <a:latin typeface="Verdana"/>
                <a:cs typeface="Verdana"/>
              </a:rPr>
              <a:t>o</a:t>
            </a:r>
            <a:r>
              <a:rPr sz="1600" b="1" spc="-105" dirty="0">
                <a:solidFill>
                  <a:srgbClr val="414141"/>
                </a:solidFill>
                <a:latin typeface="Verdana"/>
                <a:cs typeface="Verdana"/>
              </a:rPr>
              <a:t>w</a:t>
            </a:r>
            <a:r>
              <a:rPr sz="1600" b="1" spc="-75" dirty="0">
                <a:solidFill>
                  <a:srgbClr val="414141"/>
                </a:solidFill>
                <a:latin typeface="Verdana"/>
                <a:cs typeface="Verdana"/>
              </a:rPr>
              <a:t>e</a:t>
            </a:r>
            <a:r>
              <a:rPr sz="1600" b="1" spc="-100" dirty="0">
                <a:solidFill>
                  <a:srgbClr val="414141"/>
                </a:solidFill>
                <a:latin typeface="Verdana"/>
                <a:cs typeface="Verdana"/>
              </a:rPr>
              <a:t>r  </a:t>
            </a:r>
            <a:r>
              <a:rPr sz="1600" b="1" spc="-85" dirty="0">
                <a:solidFill>
                  <a:srgbClr val="414141"/>
                </a:solidFill>
                <a:latin typeface="Verdana"/>
                <a:cs typeface="Verdana"/>
              </a:rPr>
              <a:t>i</a:t>
            </a:r>
            <a:r>
              <a:rPr sz="1600" b="1" spc="-25" dirty="0">
                <a:solidFill>
                  <a:srgbClr val="414141"/>
                </a:solidFill>
                <a:latin typeface="Verdana"/>
                <a:cs typeface="Verdana"/>
              </a:rPr>
              <a:t>d</a:t>
            </a:r>
            <a:r>
              <a:rPr sz="1600" b="1" spc="-130" dirty="0">
                <a:solidFill>
                  <a:srgbClr val="414141"/>
                </a:solidFill>
                <a:latin typeface="Verdana"/>
                <a:cs typeface="Verdana"/>
              </a:rPr>
              <a:t>r</a:t>
            </a:r>
            <a:r>
              <a:rPr sz="1600" b="1" spc="-75" dirty="0">
                <a:solidFill>
                  <a:srgbClr val="414141"/>
                </a:solidFill>
                <a:latin typeface="Verdana"/>
                <a:cs typeface="Verdana"/>
              </a:rPr>
              <a:t>oe</a:t>
            </a:r>
            <a:r>
              <a:rPr sz="1600" b="1" spc="-85" dirty="0">
                <a:solidFill>
                  <a:srgbClr val="414141"/>
                </a:solidFill>
                <a:latin typeface="Verdana"/>
                <a:cs typeface="Verdana"/>
              </a:rPr>
              <a:t>l</a:t>
            </a:r>
            <a:r>
              <a:rPr sz="1600" b="1" spc="-75" dirty="0">
                <a:solidFill>
                  <a:srgbClr val="414141"/>
                </a:solidFill>
                <a:latin typeface="Verdana"/>
                <a:cs typeface="Verdana"/>
              </a:rPr>
              <a:t>e</a:t>
            </a:r>
            <a:r>
              <a:rPr sz="1600" b="1" spc="-20" dirty="0">
                <a:solidFill>
                  <a:srgbClr val="414141"/>
                </a:solidFill>
                <a:latin typeface="Verdana"/>
                <a:cs typeface="Verdana"/>
              </a:rPr>
              <a:t>c</a:t>
            </a:r>
            <a:r>
              <a:rPr sz="1600" b="1" spc="-55" dirty="0">
                <a:solidFill>
                  <a:srgbClr val="414141"/>
                </a:solidFill>
                <a:latin typeface="Verdana"/>
                <a:cs typeface="Verdana"/>
              </a:rPr>
              <a:t>t</a:t>
            </a:r>
            <a:r>
              <a:rPr sz="1600" b="1" spc="-130" dirty="0">
                <a:solidFill>
                  <a:srgbClr val="414141"/>
                </a:solidFill>
                <a:latin typeface="Verdana"/>
                <a:cs typeface="Verdana"/>
              </a:rPr>
              <a:t>r</a:t>
            </a:r>
            <a:r>
              <a:rPr sz="1600" b="1" spc="-85" dirty="0">
                <a:solidFill>
                  <a:srgbClr val="414141"/>
                </a:solidFill>
                <a:latin typeface="Verdana"/>
                <a:cs typeface="Verdana"/>
              </a:rPr>
              <a:t>i</a:t>
            </a:r>
            <a:r>
              <a:rPr sz="1600" b="1" spc="-15" dirty="0">
                <a:solidFill>
                  <a:srgbClr val="414141"/>
                </a:solidFill>
                <a:latin typeface="Verdana"/>
                <a:cs typeface="Verdana"/>
              </a:rPr>
              <a:t>c</a:t>
            </a:r>
            <a:r>
              <a:rPr sz="1600" b="1" spc="-110" dirty="0">
                <a:solidFill>
                  <a:srgbClr val="414141"/>
                </a:solidFill>
                <a:latin typeface="Verdana"/>
                <a:cs typeface="Verdana"/>
              </a:rPr>
              <a:t> </a:t>
            </a:r>
            <a:r>
              <a:rPr sz="1600" b="1" spc="-30" dirty="0">
                <a:solidFill>
                  <a:srgbClr val="414141"/>
                </a:solidFill>
                <a:latin typeface="Verdana"/>
                <a:cs typeface="Verdana"/>
              </a:rPr>
              <a:t>p</a:t>
            </a:r>
            <a:r>
              <a:rPr sz="1600" b="1" spc="-75" dirty="0">
                <a:solidFill>
                  <a:srgbClr val="414141"/>
                </a:solidFill>
                <a:latin typeface="Verdana"/>
                <a:cs typeface="Verdana"/>
              </a:rPr>
              <a:t>o</a:t>
            </a:r>
            <a:r>
              <a:rPr sz="1600" b="1" spc="-105" dirty="0">
                <a:solidFill>
                  <a:srgbClr val="414141"/>
                </a:solidFill>
                <a:latin typeface="Verdana"/>
                <a:cs typeface="Verdana"/>
              </a:rPr>
              <a:t>w</a:t>
            </a:r>
            <a:r>
              <a:rPr sz="1600" b="1" spc="-75" dirty="0">
                <a:solidFill>
                  <a:srgbClr val="414141"/>
                </a:solidFill>
                <a:latin typeface="Verdana"/>
                <a:cs typeface="Verdana"/>
              </a:rPr>
              <a:t>e</a:t>
            </a:r>
            <a:r>
              <a:rPr sz="1600" b="1" spc="-100" dirty="0">
                <a:solidFill>
                  <a:srgbClr val="414141"/>
                </a:solidFill>
                <a:latin typeface="Verdana"/>
                <a:cs typeface="Verdana"/>
              </a:rPr>
              <a:t>r  </a:t>
            </a:r>
            <a:r>
              <a:rPr sz="1600" b="1" spc="-80" dirty="0">
                <a:solidFill>
                  <a:srgbClr val="414141"/>
                </a:solidFill>
                <a:latin typeface="Verdana"/>
                <a:cs typeface="Verdana"/>
              </a:rPr>
              <a:t>biomass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56498" y="2129629"/>
            <a:ext cx="4109085" cy="4271010"/>
          </a:xfrm>
          <a:prstGeom prst="rect">
            <a:avLst/>
          </a:prstGeom>
        </p:spPr>
        <p:txBody>
          <a:bodyPr vert="horz" wrap="square" lIns="0" tIns="358140" rIns="0" bIns="0" rtlCol="0">
            <a:spAutoFit/>
          </a:bodyPr>
          <a:lstStyle/>
          <a:p>
            <a:pPr marL="420370" marR="526415">
              <a:lnSpc>
                <a:spcPct val="106700"/>
              </a:lnSpc>
              <a:spcBef>
                <a:spcPts val="2820"/>
              </a:spcBef>
            </a:pPr>
            <a:r>
              <a:rPr sz="3400" b="1" spc="-150" dirty="0">
                <a:solidFill>
                  <a:srgbClr val="414141"/>
                </a:solidFill>
                <a:latin typeface="Verdana"/>
                <a:cs typeface="Verdana"/>
              </a:rPr>
              <a:t>R</a:t>
            </a:r>
            <a:r>
              <a:rPr sz="3400" b="1" spc="-45" dirty="0">
                <a:solidFill>
                  <a:srgbClr val="414141"/>
                </a:solidFill>
                <a:latin typeface="Verdana"/>
                <a:cs typeface="Verdana"/>
              </a:rPr>
              <a:t>E</a:t>
            </a:r>
            <a:r>
              <a:rPr sz="3400" b="1" spc="-145" dirty="0">
                <a:solidFill>
                  <a:srgbClr val="414141"/>
                </a:solidFill>
                <a:latin typeface="Verdana"/>
                <a:cs typeface="Verdana"/>
              </a:rPr>
              <a:t>N</a:t>
            </a:r>
            <a:r>
              <a:rPr sz="3400" b="1" spc="-45" dirty="0">
                <a:solidFill>
                  <a:srgbClr val="414141"/>
                </a:solidFill>
                <a:latin typeface="Verdana"/>
                <a:cs typeface="Verdana"/>
              </a:rPr>
              <a:t>E</a:t>
            </a:r>
            <a:r>
              <a:rPr sz="3400" b="1" spc="185" dirty="0">
                <a:solidFill>
                  <a:srgbClr val="414141"/>
                </a:solidFill>
                <a:latin typeface="Verdana"/>
                <a:cs typeface="Verdana"/>
              </a:rPr>
              <a:t>W</a:t>
            </a:r>
            <a:r>
              <a:rPr sz="3400" b="1" spc="25" dirty="0">
                <a:solidFill>
                  <a:srgbClr val="414141"/>
                </a:solidFill>
                <a:latin typeface="Verdana"/>
                <a:cs typeface="Verdana"/>
              </a:rPr>
              <a:t>A</a:t>
            </a:r>
            <a:r>
              <a:rPr sz="3400" b="1" spc="20" dirty="0">
                <a:solidFill>
                  <a:srgbClr val="414141"/>
                </a:solidFill>
                <a:latin typeface="Verdana"/>
                <a:cs typeface="Verdana"/>
              </a:rPr>
              <a:t>B</a:t>
            </a:r>
            <a:r>
              <a:rPr sz="3400" b="1" spc="-100" dirty="0">
                <a:solidFill>
                  <a:srgbClr val="414141"/>
                </a:solidFill>
                <a:latin typeface="Verdana"/>
                <a:cs typeface="Verdana"/>
              </a:rPr>
              <a:t>L</a:t>
            </a:r>
            <a:r>
              <a:rPr sz="3400" b="1" spc="-45" dirty="0">
                <a:solidFill>
                  <a:srgbClr val="414141"/>
                </a:solidFill>
                <a:latin typeface="Verdana"/>
                <a:cs typeface="Verdana"/>
              </a:rPr>
              <a:t>E</a:t>
            </a:r>
            <a:r>
              <a:rPr sz="3400" b="1" spc="-254" dirty="0">
                <a:solidFill>
                  <a:srgbClr val="414141"/>
                </a:solidFill>
                <a:latin typeface="Verdana"/>
                <a:cs typeface="Verdana"/>
              </a:rPr>
              <a:t>-  </a:t>
            </a:r>
            <a:r>
              <a:rPr sz="3400" b="1" spc="-110" dirty="0">
                <a:solidFill>
                  <a:srgbClr val="414141"/>
                </a:solidFill>
                <a:latin typeface="Verdana"/>
                <a:cs typeface="Verdana"/>
              </a:rPr>
              <a:t>ENERGY</a:t>
            </a:r>
            <a:endParaRPr sz="34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4250">
              <a:latin typeface="Verdana"/>
              <a:cs typeface="Verdana"/>
            </a:endParaRPr>
          </a:p>
          <a:p>
            <a:pPr marL="474980">
              <a:lnSpc>
                <a:spcPct val="100000"/>
              </a:lnSpc>
            </a:pPr>
            <a:r>
              <a:rPr sz="2200" b="1" spc="-75" dirty="0">
                <a:solidFill>
                  <a:srgbClr val="414141"/>
                </a:solidFill>
                <a:latin typeface="Verdana"/>
                <a:cs typeface="Verdana"/>
              </a:rPr>
              <a:t>t</a:t>
            </a:r>
            <a:r>
              <a:rPr sz="2200" b="1" spc="-65" dirty="0">
                <a:solidFill>
                  <a:srgbClr val="414141"/>
                </a:solidFill>
                <a:latin typeface="Verdana"/>
                <a:cs typeface="Verdana"/>
              </a:rPr>
              <a:t>h</a:t>
            </a:r>
            <a:r>
              <a:rPr sz="2200" b="1" spc="-100" dirty="0">
                <a:solidFill>
                  <a:srgbClr val="414141"/>
                </a:solidFill>
                <a:latin typeface="Verdana"/>
                <a:cs typeface="Verdana"/>
              </a:rPr>
              <a:t>e</a:t>
            </a:r>
            <a:r>
              <a:rPr sz="2200" b="1" spc="-160" dirty="0">
                <a:solidFill>
                  <a:srgbClr val="414141"/>
                </a:solidFill>
                <a:latin typeface="Verdana"/>
                <a:cs typeface="Verdana"/>
              </a:rPr>
              <a:t>y</a:t>
            </a:r>
            <a:r>
              <a:rPr sz="2200" b="1" spc="-145" dirty="0">
                <a:solidFill>
                  <a:srgbClr val="414141"/>
                </a:solidFill>
                <a:latin typeface="Verdana"/>
                <a:cs typeface="Verdana"/>
              </a:rPr>
              <a:t> </a:t>
            </a:r>
            <a:r>
              <a:rPr sz="2200" b="1" spc="-35" dirty="0">
                <a:solidFill>
                  <a:srgbClr val="414141"/>
                </a:solidFill>
                <a:latin typeface="Verdana"/>
                <a:cs typeface="Verdana"/>
              </a:rPr>
              <a:t>d</a:t>
            </a:r>
            <a:r>
              <a:rPr sz="2200" b="1" spc="-100" dirty="0">
                <a:solidFill>
                  <a:srgbClr val="414141"/>
                </a:solidFill>
                <a:latin typeface="Verdana"/>
                <a:cs typeface="Verdana"/>
              </a:rPr>
              <a:t>o</a:t>
            </a:r>
            <a:r>
              <a:rPr sz="2200" b="1" spc="-65" dirty="0">
                <a:solidFill>
                  <a:srgbClr val="414141"/>
                </a:solidFill>
                <a:latin typeface="Verdana"/>
                <a:cs typeface="Verdana"/>
              </a:rPr>
              <a:t>n</a:t>
            </a:r>
            <a:r>
              <a:rPr sz="2200" b="1" spc="-250" dirty="0">
                <a:solidFill>
                  <a:srgbClr val="414141"/>
                </a:solidFill>
                <a:latin typeface="Verdana"/>
                <a:cs typeface="Verdana"/>
              </a:rPr>
              <a:t>'</a:t>
            </a:r>
            <a:r>
              <a:rPr sz="2200" b="1" spc="-70" dirty="0">
                <a:solidFill>
                  <a:srgbClr val="414141"/>
                </a:solidFill>
                <a:latin typeface="Verdana"/>
                <a:cs typeface="Verdana"/>
              </a:rPr>
              <a:t>t</a:t>
            </a:r>
            <a:r>
              <a:rPr sz="2200" b="1" spc="-145" dirty="0">
                <a:solidFill>
                  <a:srgbClr val="414141"/>
                </a:solidFill>
                <a:latin typeface="Verdana"/>
                <a:cs typeface="Verdana"/>
              </a:rPr>
              <a:t> </a:t>
            </a:r>
            <a:r>
              <a:rPr sz="2200" b="1" spc="-175" dirty="0">
                <a:solidFill>
                  <a:srgbClr val="414141"/>
                </a:solidFill>
                <a:latin typeface="Verdana"/>
                <a:cs typeface="Verdana"/>
              </a:rPr>
              <a:t>r</a:t>
            </a:r>
            <a:r>
              <a:rPr sz="2200" b="1" spc="-75" dirty="0">
                <a:solidFill>
                  <a:srgbClr val="414141"/>
                </a:solidFill>
                <a:latin typeface="Verdana"/>
                <a:cs typeface="Verdana"/>
              </a:rPr>
              <a:t>u</a:t>
            </a:r>
            <a:r>
              <a:rPr sz="2200" b="1" spc="-60" dirty="0">
                <a:solidFill>
                  <a:srgbClr val="414141"/>
                </a:solidFill>
                <a:latin typeface="Verdana"/>
                <a:cs typeface="Verdana"/>
              </a:rPr>
              <a:t>n</a:t>
            </a:r>
            <a:r>
              <a:rPr sz="2200" b="1" spc="-145" dirty="0">
                <a:solidFill>
                  <a:srgbClr val="414141"/>
                </a:solidFill>
                <a:latin typeface="Verdana"/>
                <a:cs typeface="Verdana"/>
              </a:rPr>
              <a:t> </a:t>
            </a:r>
            <a:r>
              <a:rPr sz="2200" b="1" spc="-100" dirty="0">
                <a:solidFill>
                  <a:srgbClr val="414141"/>
                </a:solidFill>
                <a:latin typeface="Verdana"/>
                <a:cs typeface="Verdana"/>
              </a:rPr>
              <a:t>o</a:t>
            </a:r>
            <a:r>
              <a:rPr sz="2200" b="1" spc="-75" dirty="0">
                <a:solidFill>
                  <a:srgbClr val="414141"/>
                </a:solidFill>
                <a:latin typeface="Verdana"/>
                <a:cs typeface="Verdana"/>
              </a:rPr>
              <a:t>u</a:t>
            </a:r>
            <a:r>
              <a:rPr sz="2200" b="1" spc="-70" dirty="0">
                <a:solidFill>
                  <a:srgbClr val="414141"/>
                </a:solidFill>
                <a:latin typeface="Verdana"/>
                <a:cs typeface="Verdana"/>
              </a:rPr>
              <a:t>t</a:t>
            </a:r>
            <a:endParaRPr sz="2200">
              <a:latin typeface="Verdana"/>
              <a:cs typeface="Verdana"/>
            </a:endParaRPr>
          </a:p>
          <a:p>
            <a:pPr marL="474980" marR="518159">
              <a:lnSpc>
                <a:spcPct val="116599"/>
              </a:lnSpc>
            </a:pPr>
            <a:r>
              <a:rPr sz="2200" b="1" spc="-65" dirty="0">
                <a:solidFill>
                  <a:srgbClr val="414141"/>
                </a:solidFill>
                <a:latin typeface="Verdana"/>
                <a:cs typeface="Verdana"/>
              </a:rPr>
              <a:t>n</a:t>
            </a:r>
            <a:r>
              <a:rPr sz="2200" b="1" spc="-95" dirty="0">
                <a:solidFill>
                  <a:srgbClr val="414141"/>
                </a:solidFill>
                <a:latin typeface="Verdana"/>
                <a:cs typeface="Verdana"/>
              </a:rPr>
              <a:t>o</a:t>
            </a:r>
            <a:r>
              <a:rPr sz="2200" b="1" spc="-145" dirty="0">
                <a:solidFill>
                  <a:srgbClr val="414141"/>
                </a:solidFill>
                <a:latin typeface="Verdana"/>
                <a:cs typeface="Verdana"/>
              </a:rPr>
              <a:t> </a:t>
            </a:r>
            <a:r>
              <a:rPr sz="2200" b="1" spc="-35" dirty="0">
                <a:solidFill>
                  <a:srgbClr val="414141"/>
                </a:solidFill>
                <a:latin typeface="Verdana"/>
                <a:cs typeface="Verdana"/>
              </a:rPr>
              <a:t>b</a:t>
            </a:r>
            <a:r>
              <a:rPr sz="2200" b="1" spc="-140" dirty="0">
                <a:solidFill>
                  <a:srgbClr val="414141"/>
                </a:solidFill>
                <a:latin typeface="Verdana"/>
                <a:cs typeface="Verdana"/>
              </a:rPr>
              <a:t>a</a:t>
            </a:r>
            <a:r>
              <a:rPr sz="2200" b="1" spc="-30" dirty="0">
                <a:solidFill>
                  <a:srgbClr val="414141"/>
                </a:solidFill>
                <a:latin typeface="Verdana"/>
                <a:cs typeface="Verdana"/>
              </a:rPr>
              <a:t>d</a:t>
            </a:r>
            <a:r>
              <a:rPr sz="2200" b="1" spc="-145" dirty="0">
                <a:solidFill>
                  <a:srgbClr val="414141"/>
                </a:solidFill>
                <a:latin typeface="Verdana"/>
                <a:cs typeface="Verdana"/>
              </a:rPr>
              <a:t> </a:t>
            </a:r>
            <a:r>
              <a:rPr sz="2200" b="1" spc="-120" dirty="0">
                <a:solidFill>
                  <a:srgbClr val="414141"/>
                </a:solidFill>
                <a:latin typeface="Verdana"/>
                <a:cs typeface="Verdana"/>
              </a:rPr>
              <a:t>i</a:t>
            </a:r>
            <a:r>
              <a:rPr sz="2200" b="1" spc="-15" dirty="0">
                <a:solidFill>
                  <a:srgbClr val="414141"/>
                </a:solidFill>
                <a:latin typeface="Verdana"/>
                <a:cs typeface="Verdana"/>
              </a:rPr>
              <a:t>m</a:t>
            </a:r>
            <a:r>
              <a:rPr sz="2200" b="1" spc="-35" dirty="0">
                <a:solidFill>
                  <a:srgbClr val="414141"/>
                </a:solidFill>
                <a:latin typeface="Verdana"/>
                <a:cs typeface="Verdana"/>
              </a:rPr>
              <a:t>p</a:t>
            </a:r>
            <a:r>
              <a:rPr sz="2200" b="1" spc="-140" dirty="0">
                <a:solidFill>
                  <a:srgbClr val="414141"/>
                </a:solidFill>
                <a:latin typeface="Verdana"/>
                <a:cs typeface="Verdana"/>
              </a:rPr>
              <a:t>a</a:t>
            </a:r>
            <a:r>
              <a:rPr sz="2200" b="1" spc="-25" dirty="0">
                <a:solidFill>
                  <a:srgbClr val="414141"/>
                </a:solidFill>
                <a:latin typeface="Verdana"/>
                <a:cs typeface="Verdana"/>
              </a:rPr>
              <a:t>c</a:t>
            </a:r>
            <a:r>
              <a:rPr sz="2200" b="1" spc="-70" dirty="0">
                <a:solidFill>
                  <a:srgbClr val="414141"/>
                </a:solidFill>
                <a:latin typeface="Verdana"/>
                <a:cs typeface="Verdana"/>
              </a:rPr>
              <a:t>t</a:t>
            </a:r>
            <a:r>
              <a:rPr sz="2200" b="1" spc="-145" dirty="0">
                <a:solidFill>
                  <a:srgbClr val="414141"/>
                </a:solidFill>
                <a:latin typeface="Verdana"/>
                <a:cs typeface="Verdana"/>
              </a:rPr>
              <a:t> </a:t>
            </a:r>
            <a:r>
              <a:rPr sz="2200" b="1" spc="-100" dirty="0">
                <a:solidFill>
                  <a:srgbClr val="414141"/>
                </a:solidFill>
                <a:latin typeface="Verdana"/>
                <a:cs typeface="Verdana"/>
              </a:rPr>
              <a:t>o</a:t>
            </a:r>
            <a:r>
              <a:rPr sz="2200" b="1" spc="-60" dirty="0">
                <a:solidFill>
                  <a:srgbClr val="414141"/>
                </a:solidFill>
                <a:latin typeface="Verdana"/>
                <a:cs typeface="Verdana"/>
              </a:rPr>
              <a:t>n</a:t>
            </a:r>
            <a:r>
              <a:rPr sz="2200" b="1" spc="-145" dirty="0">
                <a:solidFill>
                  <a:srgbClr val="414141"/>
                </a:solidFill>
                <a:latin typeface="Verdana"/>
                <a:cs typeface="Verdana"/>
              </a:rPr>
              <a:t> </a:t>
            </a:r>
            <a:r>
              <a:rPr sz="2200" b="1" spc="-75" dirty="0">
                <a:solidFill>
                  <a:srgbClr val="414141"/>
                </a:solidFill>
                <a:latin typeface="Verdana"/>
                <a:cs typeface="Verdana"/>
              </a:rPr>
              <a:t>t</a:t>
            </a:r>
            <a:r>
              <a:rPr sz="2200" b="1" spc="-65" dirty="0">
                <a:solidFill>
                  <a:srgbClr val="414141"/>
                </a:solidFill>
                <a:latin typeface="Verdana"/>
                <a:cs typeface="Verdana"/>
              </a:rPr>
              <a:t>he  </a:t>
            </a:r>
            <a:r>
              <a:rPr sz="2200" b="1" spc="-105" dirty="0">
                <a:solidFill>
                  <a:srgbClr val="414141"/>
                </a:solidFill>
                <a:latin typeface="Verdana"/>
                <a:cs typeface="Verdana"/>
              </a:rPr>
              <a:t>ecosystem</a:t>
            </a:r>
            <a:endParaRPr sz="2200">
              <a:latin typeface="Verdana"/>
              <a:cs typeface="Verdana"/>
            </a:endParaRPr>
          </a:p>
          <a:p>
            <a:pPr marL="474980">
              <a:lnSpc>
                <a:spcPct val="100000"/>
              </a:lnSpc>
              <a:spcBef>
                <a:spcPts val="439"/>
              </a:spcBef>
            </a:pPr>
            <a:r>
              <a:rPr sz="2200" b="1" spc="-65" dirty="0">
                <a:solidFill>
                  <a:srgbClr val="414141"/>
                </a:solidFill>
                <a:latin typeface="Verdana"/>
                <a:cs typeface="Verdana"/>
              </a:rPr>
              <a:t>n</a:t>
            </a:r>
            <a:r>
              <a:rPr sz="2200" b="1" spc="-95" dirty="0">
                <a:solidFill>
                  <a:srgbClr val="414141"/>
                </a:solidFill>
                <a:latin typeface="Verdana"/>
                <a:cs typeface="Verdana"/>
              </a:rPr>
              <a:t>o</a:t>
            </a:r>
            <a:r>
              <a:rPr sz="2200" b="1" spc="-145" dirty="0">
                <a:solidFill>
                  <a:srgbClr val="414141"/>
                </a:solidFill>
                <a:latin typeface="Verdana"/>
                <a:cs typeface="Verdana"/>
              </a:rPr>
              <a:t> </a:t>
            </a:r>
            <a:r>
              <a:rPr sz="2200" b="1" spc="-35" dirty="0">
                <a:solidFill>
                  <a:srgbClr val="414141"/>
                </a:solidFill>
                <a:latin typeface="Verdana"/>
                <a:cs typeface="Verdana"/>
              </a:rPr>
              <a:t>p</a:t>
            </a:r>
            <a:r>
              <a:rPr sz="2200" b="1" spc="-100" dirty="0">
                <a:solidFill>
                  <a:srgbClr val="414141"/>
                </a:solidFill>
                <a:latin typeface="Verdana"/>
                <a:cs typeface="Verdana"/>
              </a:rPr>
              <a:t>o</a:t>
            </a:r>
            <a:r>
              <a:rPr sz="2200" b="1" spc="-120" dirty="0">
                <a:solidFill>
                  <a:srgbClr val="414141"/>
                </a:solidFill>
                <a:latin typeface="Verdana"/>
                <a:cs typeface="Verdana"/>
              </a:rPr>
              <a:t>ll</a:t>
            </a:r>
            <a:r>
              <a:rPr sz="2200" b="1" spc="-75" dirty="0">
                <a:solidFill>
                  <a:srgbClr val="414141"/>
                </a:solidFill>
                <a:latin typeface="Verdana"/>
                <a:cs typeface="Verdana"/>
              </a:rPr>
              <a:t>ut</a:t>
            </a:r>
            <a:r>
              <a:rPr sz="2200" b="1" spc="-120" dirty="0">
                <a:solidFill>
                  <a:srgbClr val="414141"/>
                </a:solidFill>
                <a:latin typeface="Verdana"/>
                <a:cs typeface="Verdana"/>
              </a:rPr>
              <a:t>i</a:t>
            </a:r>
            <a:r>
              <a:rPr sz="2200" b="1" spc="-100" dirty="0">
                <a:solidFill>
                  <a:srgbClr val="414141"/>
                </a:solidFill>
                <a:latin typeface="Verdana"/>
                <a:cs typeface="Verdana"/>
              </a:rPr>
              <a:t>o</a:t>
            </a:r>
            <a:r>
              <a:rPr sz="2200" b="1" spc="-60" dirty="0">
                <a:solidFill>
                  <a:srgbClr val="414141"/>
                </a:solidFill>
                <a:latin typeface="Verdana"/>
                <a:cs typeface="Verdana"/>
              </a:rPr>
              <a:t>n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6566" y="2320146"/>
            <a:ext cx="5147945" cy="991869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71120" rIns="0" bIns="0" rtlCol="0">
            <a:spAutoFit/>
          </a:bodyPr>
          <a:lstStyle/>
          <a:p>
            <a:pPr marL="149860">
              <a:lnSpc>
                <a:spcPct val="100000"/>
              </a:lnSpc>
              <a:spcBef>
                <a:spcPts val="560"/>
              </a:spcBef>
            </a:pPr>
            <a:r>
              <a:rPr spc="-185" dirty="0"/>
              <a:t>DIFFERENCES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61444" y="3532207"/>
            <a:ext cx="3765550" cy="536765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248285" rIns="0" bIns="0" rtlCol="0">
            <a:spAutoFit/>
          </a:bodyPr>
          <a:lstStyle/>
          <a:p>
            <a:pPr marL="426720" marR="422909" indent="-635" algn="ctr">
              <a:lnSpc>
                <a:spcPct val="115599"/>
              </a:lnSpc>
              <a:spcBef>
                <a:spcPts val="1955"/>
              </a:spcBef>
            </a:pPr>
            <a:r>
              <a:rPr sz="1900" b="1" spc="-85" dirty="0">
                <a:solidFill>
                  <a:srgbClr val="414141"/>
                </a:solidFill>
                <a:latin typeface="Verdana"/>
                <a:cs typeface="Verdana"/>
              </a:rPr>
              <a:t>R</a:t>
            </a:r>
            <a:r>
              <a:rPr sz="1900" b="1" spc="-70" dirty="0">
                <a:solidFill>
                  <a:srgbClr val="414141"/>
                </a:solidFill>
                <a:latin typeface="Verdana"/>
                <a:cs typeface="Verdana"/>
              </a:rPr>
              <a:t>e</a:t>
            </a:r>
            <a:r>
              <a:rPr sz="1900" b="1" spc="-40" dirty="0">
                <a:solidFill>
                  <a:srgbClr val="414141"/>
                </a:solidFill>
                <a:latin typeface="Verdana"/>
                <a:cs typeface="Verdana"/>
              </a:rPr>
              <a:t>n</a:t>
            </a:r>
            <a:r>
              <a:rPr sz="1900" b="1" spc="-70" dirty="0">
                <a:solidFill>
                  <a:srgbClr val="414141"/>
                </a:solidFill>
                <a:latin typeface="Verdana"/>
                <a:cs typeface="Verdana"/>
              </a:rPr>
              <a:t>e</a:t>
            </a:r>
            <a:r>
              <a:rPr sz="1900" b="1" spc="-100" dirty="0">
                <a:solidFill>
                  <a:srgbClr val="414141"/>
                </a:solidFill>
                <a:latin typeface="Verdana"/>
                <a:cs typeface="Verdana"/>
              </a:rPr>
              <a:t>w</a:t>
            </a:r>
            <a:r>
              <a:rPr sz="1900" b="1" spc="-110" dirty="0">
                <a:solidFill>
                  <a:srgbClr val="414141"/>
                </a:solidFill>
                <a:latin typeface="Verdana"/>
                <a:cs typeface="Verdana"/>
              </a:rPr>
              <a:t>a</a:t>
            </a:r>
            <a:r>
              <a:rPr sz="1900" b="1" spc="-15" dirty="0">
                <a:solidFill>
                  <a:srgbClr val="414141"/>
                </a:solidFill>
                <a:latin typeface="Verdana"/>
                <a:cs typeface="Verdana"/>
              </a:rPr>
              <a:t>b</a:t>
            </a:r>
            <a:r>
              <a:rPr sz="1900" b="1" spc="-100" dirty="0">
                <a:solidFill>
                  <a:srgbClr val="414141"/>
                </a:solidFill>
                <a:latin typeface="Verdana"/>
                <a:cs typeface="Verdana"/>
              </a:rPr>
              <a:t>l</a:t>
            </a:r>
            <a:r>
              <a:rPr sz="1900" b="1" spc="-70" dirty="0">
                <a:solidFill>
                  <a:srgbClr val="414141"/>
                </a:solidFill>
                <a:latin typeface="Verdana"/>
                <a:cs typeface="Verdana"/>
              </a:rPr>
              <a:t>e</a:t>
            </a:r>
            <a:r>
              <a:rPr sz="1900" b="1" spc="-125" dirty="0">
                <a:solidFill>
                  <a:srgbClr val="414141"/>
                </a:solidFill>
                <a:latin typeface="Verdana"/>
                <a:cs typeface="Verdana"/>
              </a:rPr>
              <a:t> </a:t>
            </a:r>
            <a:r>
              <a:rPr sz="1900" b="1" spc="-70" dirty="0">
                <a:solidFill>
                  <a:srgbClr val="414141"/>
                </a:solidFill>
                <a:latin typeface="Verdana"/>
                <a:cs typeface="Verdana"/>
              </a:rPr>
              <a:t>e</a:t>
            </a:r>
            <a:r>
              <a:rPr sz="1900" b="1" spc="-40" dirty="0">
                <a:solidFill>
                  <a:srgbClr val="414141"/>
                </a:solidFill>
                <a:latin typeface="Verdana"/>
                <a:cs typeface="Verdana"/>
              </a:rPr>
              <a:t>n</a:t>
            </a:r>
            <a:r>
              <a:rPr sz="1900" b="1" spc="-70" dirty="0">
                <a:solidFill>
                  <a:srgbClr val="414141"/>
                </a:solidFill>
                <a:latin typeface="Verdana"/>
                <a:cs typeface="Verdana"/>
              </a:rPr>
              <a:t>e</a:t>
            </a:r>
            <a:r>
              <a:rPr sz="1900" b="1" spc="-140" dirty="0">
                <a:solidFill>
                  <a:srgbClr val="414141"/>
                </a:solidFill>
                <a:latin typeface="Verdana"/>
                <a:cs typeface="Verdana"/>
              </a:rPr>
              <a:t>r</a:t>
            </a:r>
            <a:r>
              <a:rPr sz="1900" b="1" dirty="0">
                <a:solidFill>
                  <a:srgbClr val="414141"/>
                </a:solidFill>
                <a:latin typeface="Verdana"/>
                <a:cs typeface="Verdana"/>
              </a:rPr>
              <a:t>g</a:t>
            </a:r>
            <a:r>
              <a:rPr sz="1900" b="1" spc="-100" dirty="0">
                <a:solidFill>
                  <a:srgbClr val="414141"/>
                </a:solidFill>
                <a:latin typeface="Verdana"/>
                <a:cs typeface="Verdana"/>
              </a:rPr>
              <a:t>i</a:t>
            </a:r>
            <a:r>
              <a:rPr sz="1900" b="1" spc="-70" dirty="0">
                <a:solidFill>
                  <a:srgbClr val="414141"/>
                </a:solidFill>
                <a:latin typeface="Verdana"/>
                <a:cs typeface="Verdana"/>
              </a:rPr>
              <a:t>e</a:t>
            </a:r>
            <a:r>
              <a:rPr sz="1900" b="1" spc="-140" dirty="0">
                <a:solidFill>
                  <a:srgbClr val="414141"/>
                </a:solidFill>
                <a:latin typeface="Verdana"/>
                <a:cs typeface="Verdana"/>
              </a:rPr>
              <a:t>s</a:t>
            </a:r>
            <a:r>
              <a:rPr sz="1900" b="1" spc="-125" dirty="0">
                <a:solidFill>
                  <a:srgbClr val="414141"/>
                </a:solidFill>
                <a:latin typeface="Verdana"/>
                <a:cs typeface="Verdana"/>
              </a:rPr>
              <a:t> </a:t>
            </a:r>
            <a:r>
              <a:rPr sz="1900" b="1" spc="-110" dirty="0">
                <a:solidFill>
                  <a:srgbClr val="414141"/>
                </a:solidFill>
                <a:latin typeface="Verdana"/>
                <a:cs typeface="Verdana"/>
              </a:rPr>
              <a:t>a</a:t>
            </a:r>
            <a:r>
              <a:rPr sz="1900" b="1" spc="-105" dirty="0">
                <a:solidFill>
                  <a:srgbClr val="414141"/>
                </a:solidFill>
                <a:latin typeface="Verdana"/>
                <a:cs typeface="Verdana"/>
              </a:rPr>
              <a:t>s  </a:t>
            </a:r>
            <a:r>
              <a:rPr sz="1900" b="1" spc="-55" dirty="0">
                <a:solidFill>
                  <a:srgbClr val="414141"/>
                </a:solidFill>
                <a:latin typeface="Verdana"/>
                <a:cs typeface="Verdana"/>
              </a:rPr>
              <a:t>t</a:t>
            </a:r>
            <a:r>
              <a:rPr sz="1900" b="1" spc="-40" dirty="0">
                <a:solidFill>
                  <a:srgbClr val="414141"/>
                </a:solidFill>
                <a:latin typeface="Verdana"/>
                <a:cs typeface="Verdana"/>
              </a:rPr>
              <a:t>h</a:t>
            </a:r>
            <a:r>
              <a:rPr sz="1900" b="1" spc="-70" dirty="0">
                <a:solidFill>
                  <a:srgbClr val="414141"/>
                </a:solidFill>
                <a:latin typeface="Verdana"/>
                <a:cs typeface="Verdana"/>
              </a:rPr>
              <a:t>e</a:t>
            </a:r>
            <a:r>
              <a:rPr sz="1900" b="1" spc="-125" dirty="0">
                <a:solidFill>
                  <a:srgbClr val="414141"/>
                </a:solidFill>
                <a:latin typeface="Verdana"/>
                <a:cs typeface="Verdana"/>
              </a:rPr>
              <a:t> </a:t>
            </a:r>
            <a:r>
              <a:rPr sz="1900" b="1" spc="-55" dirty="0">
                <a:solidFill>
                  <a:srgbClr val="414141"/>
                </a:solidFill>
                <a:latin typeface="Verdana"/>
                <a:cs typeface="Verdana"/>
              </a:rPr>
              <a:t>t</a:t>
            </a:r>
            <a:r>
              <a:rPr sz="1900" b="1" spc="-70" dirty="0">
                <a:solidFill>
                  <a:srgbClr val="414141"/>
                </a:solidFill>
                <a:latin typeface="Verdana"/>
                <a:cs typeface="Verdana"/>
              </a:rPr>
              <a:t>e</a:t>
            </a:r>
            <a:r>
              <a:rPr sz="1900" b="1" spc="-140" dirty="0">
                <a:solidFill>
                  <a:srgbClr val="414141"/>
                </a:solidFill>
                <a:latin typeface="Verdana"/>
                <a:cs typeface="Verdana"/>
              </a:rPr>
              <a:t>r</a:t>
            </a:r>
            <a:r>
              <a:rPr sz="1900" b="1" spc="5" dirty="0">
                <a:solidFill>
                  <a:srgbClr val="414141"/>
                </a:solidFill>
                <a:latin typeface="Verdana"/>
                <a:cs typeface="Verdana"/>
              </a:rPr>
              <a:t>m</a:t>
            </a:r>
            <a:r>
              <a:rPr sz="1900" b="1" spc="-125" dirty="0">
                <a:solidFill>
                  <a:srgbClr val="414141"/>
                </a:solidFill>
                <a:latin typeface="Verdana"/>
                <a:cs typeface="Verdana"/>
              </a:rPr>
              <a:t> </a:t>
            </a:r>
            <a:r>
              <a:rPr sz="1900" b="1" spc="-140" dirty="0">
                <a:solidFill>
                  <a:srgbClr val="414141"/>
                </a:solidFill>
                <a:latin typeface="Verdana"/>
                <a:cs typeface="Verdana"/>
              </a:rPr>
              <a:t>s</a:t>
            </a:r>
            <a:r>
              <a:rPr sz="1900" b="1" spc="-110" dirty="0">
                <a:solidFill>
                  <a:srgbClr val="414141"/>
                </a:solidFill>
                <a:latin typeface="Verdana"/>
                <a:cs typeface="Verdana"/>
              </a:rPr>
              <a:t>a</a:t>
            </a:r>
            <a:r>
              <a:rPr sz="1900" b="1" spc="-130" dirty="0">
                <a:solidFill>
                  <a:srgbClr val="414141"/>
                </a:solidFill>
                <a:latin typeface="Verdana"/>
                <a:cs typeface="Verdana"/>
              </a:rPr>
              <a:t>y</a:t>
            </a:r>
            <a:r>
              <a:rPr sz="1900" b="1" spc="-140" dirty="0">
                <a:solidFill>
                  <a:srgbClr val="414141"/>
                </a:solidFill>
                <a:latin typeface="Verdana"/>
                <a:cs typeface="Verdana"/>
              </a:rPr>
              <a:t>s</a:t>
            </a:r>
            <a:r>
              <a:rPr sz="1900" b="1" spc="-125" dirty="0">
                <a:solidFill>
                  <a:srgbClr val="414141"/>
                </a:solidFill>
                <a:latin typeface="Verdana"/>
                <a:cs typeface="Verdana"/>
              </a:rPr>
              <a:t> </a:t>
            </a:r>
            <a:r>
              <a:rPr sz="1900" b="1" spc="-110" dirty="0">
                <a:solidFill>
                  <a:srgbClr val="414141"/>
                </a:solidFill>
                <a:latin typeface="Verdana"/>
                <a:cs typeface="Verdana"/>
              </a:rPr>
              <a:t>a</a:t>
            </a:r>
            <a:r>
              <a:rPr sz="1900" b="1" spc="-140" dirty="0">
                <a:solidFill>
                  <a:srgbClr val="414141"/>
                </a:solidFill>
                <a:latin typeface="Verdana"/>
                <a:cs typeface="Verdana"/>
              </a:rPr>
              <a:t>r</a:t>
            </a:r>
            <a:r>
              <a:rPr sz="1900" b="1" spc="-50" dirty="0">
                <a:solidFill>
                  <a:srgbClr val="414141"/>
                </a:solidFill>
                <a:latin typeface="Verdana"/>
                <a:cs typeface="Verdana"/>
              </a:rPr>
              <a:t>e  </a:t>
            </a:r>
            <a:r>
              <a:rPr sz="1900" b="1" spc="-55" dirty="0">
                <a:solidFill>
                  <a:srgbClr val="414141"/>
                </a:solidFill>
                <a:latin typeface="Verdana"/>
                <a:cs typeface="Verdana"/>
              </a:rPr>
              <a:t>t</a:t>
            </a:r>
            <a:r>
              <a:rPr sz="1900" b="1" spc="-40" dirty="0">
                <a:solidFill>
                  <a:srgbClr val="414141"/>
                </a:solidFill>
                <a:latin typeface="Verdana"/>
                <a:cs typeface="Verdana"/>
              </a:rPr>
              <a:t>h</a:t>
            </a:r>
            <a:r>
              <a:rPr sz="1900" b="1" spc="-70" dirty="0">
                <a:solidFill>
                  <a:srgbClr val="414141"/>
                </a:solidFill>
                <a:latin typeface="Verdana"/>
                <a:cs typeface="Verdana"/>
              </a:rPr>
              <a:t>e</a:t>
            </a:r>
            <a:r>
              <a:rPr sz="1900" b="1" spc="-140" dirty="0">
                <a:solidFill>
                  <a:srgbClr val="414141"/>
                </a:solidFill>
                <a:latin typeface="Verdana"/>
                <a:cs typeface="Verdana"/>
              </a:rPr>
              <a:t>r</a:t>
            </a:r>
            <a:r>
              <a:rPr sz="1900" b="1" spc="-70" dirty="0">
                <a:solidFill>
                  <a:srgbClr val="414141"/>
                </a:solidFill>
                <a:latin typeface="Verdana"/>
                <a:cs typeface="Verdana"/>
              </a:rPr>
              <a:t>e</a:t>
            </a:r>
            <a:r>
              <a:rPr sz="1900" b="1" spc="-95" dirty="0">
                <a:solidFill>
                  <a:srgbClr val="414141"/>
                </a:solidFill>
                <a:latin typeface="Verdana"/>
                <a:cs typeface="Verdana"/>
              </a:rPr>
              <a:t>f</a:t>
            </a:r>
            <a:r>
              <a:rPr sz="1900" b="1" spc="-70" dirty="0">
                <a:solidFill>
                  <a:srgbClr val="414141"/>
                </a:solidFill>
                <a:latin typeface="Verdana"/>
                <a:cs typeface="Verdana"/>
              </a:rPr>
              <a:t>o</a:t>
            </a:r>
            <a:r>
              <a:rPr sz="1900" b="1" spc="-140" dirty="0">
                <a:solidFill>
                  <a:srgbClr val="414141"/>
                </a:solidFill>
                <a:latin typeface="Verdana"/>
                <a:cs typeface="Verdana"/>
              </a:rPr>
              <a:t>r</a:t>
            </a:r>
            <a:r>
              <a:rPr sz="1900" b="1" spc="-70" dirty="0">
                <a:solidFill>
                  <a:srgbClr val="414141"/>
                </a:solidFill>
                <a:latin typeface="Verdana"/>
                <a:cs typeface="Verdana"/>
              </a:rPr>
              <a:t>e</a:t>
            </a:r>
            <a:r>
              <a:rPr sz="1900" b="1" spc="-125" dirty="0">
                <a:solidFill>
                  <a:srgbClr val="414141"/>
                </a:solidFill>
                <a:latin typeface="Verdana"/>
                <a:cs typeface="Verdana"/>
              </a:rPr>
              <a:t> </a:t>
            </a:r>
            <a:r>
              <a:rPr sz="1900" b="1" spc="-140" dirty="0">
                <a:solidFill>
                  <a:srgbClr val="414141"/>
                </a:solidFill>
                <a:latin typeface="Verdana"/>
                <a:cs typeface="Verdana"/>
              </a:rPr>
              <a:t>r</a:t>
            </a:r>
            <a:r>
              <a:rPr sz="1900" b="1" spc="-70" dirty="0">
                <a:solidFill>
                  <a:srgbClr val="414141"/>
                </a:solidFill>
                <a:latin typeface="Verdana"/>
                <a:cs typeface="Verdana"/>
              </a:rPr>
              <a:t>e</a:t>
            </a:r>
            <a:r>
              <a:rPr sz="1900" b="1" dirty="0">
                <a:solidFill>
                  <a:srgbClr val="414141"/>
                </a:solidFill>
                <a:latin typeface="Verdana"/>
                <a:cs typeface="Verdana"/>
              </a:rPr>
              <a:t>g</a:t>
            </a:r>
            <a:r>
              <a:rPr sz="1900" b="1" spc="-70" dirty="0">
                <a:solidFill>
                  <a:srgbClr val="414141"/>
                </a:solidFill>
                <a:latin typeface="Verdana"/>
                <a:cs typeface="Verdana"/>
              </a:rPr>
              <a:t>e</a:t>
            </a:r>
            <a:r>
              <a:rPr sz="1900" b="1" spc="-40" dirty="0">
                <a:solidFill>
                  <a:srgbClr val="414141"/>
                </a:solidFill>
                <a:latin typeface="Verdana"/>
                <a:cs typeface="Verdana"/>
              </a:rPr>
              <a:t>n</a:t>
            </a:r>
            <a:r>
              <a:rPr sz="1900" b="1" spc="-70" dirty="0">
                <a:solidFill>
                  <a:srgbClr val="414141"/>
                </a:solidFill>
                <a:latin typeface="Verdana"/>
                <a:cs typeface="Verdana"/>
              </a:rPr>
              <a:t>e</a:t>
            </a:r>
            <a:r>
              <a:rPr sz="1900" b="1" spc="-140" dirty="0">
                <a:solidFill>
                  <a:srgbClr val="414141"/>
                </a:solidFill>
                <a:latin typeface="Verdana"/>
                <a:cs typeface="Verdana"/>
              </a:rPr>
              <a:t>r</a:t>
            </a:r>
            <a:r>
              <a:rPr sz="1900" b="1" spc="-110" dirty="0">
                <a:solidFill>
                  <a:srgbClr val="414141"/>
                </a:solidFill>
                <a:latin typeface="Verdana"/>
                <a:cs typeface="Verdana"/>
              </a:rPr>
              <a:t>a</a:t>
            </a:r>
            <a:r>
              <a:rPr sz="1900" b="1" spc="-55" dirty="0">
                <a:solidFill>
                  <a:srgbClr val="414141"/>
                </a:solidFill>
                <a:latin typeface="Verdana"/>
                <a:cs typeface="Verdana"/>
              </a:rPr>
              <a:t>t</a:t>
            </a:r>
            <a:r>
              <a:rPr sz="1900" b="1" spc="-70" dirty="0">
                <a:solidFill>
                  <a:srgbClr val="414141"/>
                </a:solidFill>
                <a:latin typeface="Verdana"/>
                <a:cs typeface="Verdana"/>
              </a:rPr>
              <a:t>e</a:t>
            </a:r>
            <a:r>
              <a:rPr sz="1900" b="1" spc="-10" dirty="0">
                <a:solidFill>
                  <a:srgbClr val="414141"/>
                </a:solidFill>
                <a:latin typeface="Verdana"/>
                <a:cs typeface="Verdana"/>
              </a:rPr>
              <a:t>d  </a:t>
            </a:r>
            <a:r>
              <a:rPr sz="1900" b="1" spc="-110" dirty="0">
                <a:solidFill>
                  <a:srgbClr val="414141"/>
                </a:solidFill>
                <a:latin typeface="Verdana"/>
                <a:cs typeface="Verdana"/>
              </a:rPr>
              <a:t>a</a:t>
            </a:r>
            <a:r>
              <a:rPr sz="1900" b="1" spc="-95" dirty="0">
                <a:solidFill>
                  <a:srgbClr val="414141"/>
                </a:solidFill>
                <a:latin typeface="Verdana"/>
                <a:cs typeface="Verdana"/>
              </a:rPr>
              <a:t>f</a:t>
            </a:r>
            <a:r>
              <a:rPr sz="1900" b="1" spc="-55" dirty="0">
                <a:solidFill>
                  <a:srgbClr val="414141"/>
                </a:solidFill>
                <a:latin typeface="Verdana"/>
                <a:cs typeface="Verdana"/>
              </a:rPr>
              <a:t>t</a:t>
            </a:r>
            <a:r>
              <a:rPr sz="1900" b="1" spc="-70" dirty="0">
                <a:solidFill>
                  <a:srgbClr val="414141"/>
                </a:solidFill>
                <a:latin typeface="Verdana"/>
                <a:cs typeface="Verdana"/>
              </a:rPr>
              <a:t>e</a:t>
            </a:r>
            <a:r>
              <a:rPr sz="1900" b="1" spc="-140" dirty="0">
                <a:solidFill>
                  <a:srgbClr val="414141"/>
                </a:solidFill>
                <a:latin typeface="Verdana"/>
                <a:cs typeface="Verdana"/>
              </a:rPr>
              <a:t>r</a:t>
            </a:r>
            <a:r>
              <a:rPr sz="1900" b="1" spc="-125" dirty="0">
                <a:solidFill>
                  <a:srgbClr val="414141"/>
                </a:solidFill>
                <a:latin typeface="Verdana"/>
                <a:cs typeface="Verdana"/>
              </a:rPr>
              <a:t> </a:t>
            </a:r>
            <a:r>
              <a:rPr sz="1900" b="1" spc="-70" dirty="0">
                <a:solidFill>
                  <a:srgbClr val="414141"/>
                </a:solidFill>
                <a:latin typeface="Verdana"/>
                <a:cs typeface="Verdana"/>
              </a:rPr>
              <a:t>e</a:t>
            </a:r>
            <a:r>
              <a:rPr sz="1900" b="1" spc="-110" dirty="0">
                <a:solidFill>
                  <a:srgbClr val="414141"/>
                </a:solidFill>
                <a:latin typeface="Verdana"/>
                <a:cs typeface="Verdana"/>
              </a:rPr>
              <a:t>a</a:t>
            </a:r>
            <a:r>
              <a:rPr sz="1900" b="1" spc="-5" dirty="0">
                <a:solidFill>
                  <a:srgbClr val="414141"/>
                </a:solidFill>
                <a:latin typeface="Verdana"/>
                <a:cs typeface="Verdana"/>
              </a:rPr>
              <a:t>c</a:t>
            </a:r>
            <a:r>
              <a:rPr sz="1900" b="1" spc="-40" dirty="0">
                <a:solidFill>
                  <a:srgbClr val="414141"/>
                </a:solidFill>
                <a:latin typeface="Verdana"/>
                <a:cs typeface="Verdana"/>
              </a:rPr>
              <a:t>h</a:t>
            </a:r>
            <a:r>
              <a:rPr sz="1900" b="1" spc="-125" dirty="0">
                <a:solidFill>
                  <a:srgbClr val="414141"/>
                </a:solidFill>
                <a:latin typeface="Verdana"/>
                <a:cs typeface="Verdana"/>
              </a:rPr>
              <a:t> </a:t>
            </a:r>
            <a:r>
              <a:rPr sz="1900" b="1" spc="-50" dirty="0">
                <a:solidFill>
                  <a:srgbClr val="414141"/>
                </a:solidFill>
                <a:latin typeface="Verdana"/>
                <a:cs typeface="Verdana"/>
              </a:rPr>
              <a:t>u</a:t>
            </a:r>
            <a:r>
              <a:rPr sz="1900" b="1" spc="-140" dirty="0">
                <a:solidFill>
                  <a:srgbClr val="414141"/>
                </a:solidFill>
                <a:latin typeface="Verdana"/>
                <a:cs typeface="Verdana"/>
              </a:rPr>
              <a:t>s</a:t>
            </a:r>
            <a:r>
              <a:rPr sz="1900" b="1" spc="-70" dirty="0">
                <a:solidFill>
                  <a:srgbClr val="414141"/>
                </a:solidFill>
                <a:latin typeface="Verdana"/>
                <a:cs typeface="Verdana"/>
              </a:rPr>
              <a:t>e</a:t>
            </a:r>
            <a:r>
              <a:rPr sz="1900" b="1" spc="-125" dirty="0">
                <a:solidFill>
                  <a:srgbClr val="414141"/>
                </a:solidFill>
                <a:latin typeface="Verdana"/>
                <a:cs typeface="Verdana"/>
              </a:rPr>
              <a:t> </a:t>
            </a:r>
            <a:r>
              <a:rPr sz="1900" b="1" spc="-110" dirty="0">
                <a:solidFill>
                  <a:srgbClr val="414141"/>
                </a:solidFill>
                <a:latin typeface="Verdana"/>
                <a:cs typeface="Verdana"/>
              </a:rPr>
              <a:t>a</a:t>
            </a:r>
            <a:r>
              <a:rPr sz="1900" b="1" spc="-40" dirty="0">
                <a:solidFill>
                  <a:srgbClr val="414141"/>
                </a:solidFill>
                <a:latin typeface="Verdana"/>
                <a:cs typeface="Verdana"/>
              </a:rPr>
              <a:t>n</a:t>
            </a:r>
            <a:r>
              <a:rPr sz="1900" b="1" spc="-15" dirty="0">
                <a:solidFill>
                  <a:srgbClr val="414141"/>
                </a:solidFill>
                <a:latin typeface="Verdana"/>
                <a:cs typeface="Verdana"/>
              </a:rPr>
              <a:t>d</a:t>
            </a:r>
            <a:r>
              <a:rPr sz="1900" b="1" spc="-220" dirty="0">
                <a:solidFill>
                  <a:srgbClr val="414141"/>
                </a:solidFill>
                <a:latin typeface="Verdana"/>
                <a:cs typeface="Verdana"/>
              </a:rPr>
              <a:t>,</a:t>
            </a:r>
            <a:r>
              <a:rPr sz="1900" b="1" spc="-125" dirty="0">
                <a:solidFill>
                  <a:srgbClr val="414141"/>
                </a:solidFill>
                <a:latin typeface="Verdana"/>
                <a:cs typeface="Verdana"/>
              </a:rPr>
              <a:t> </a:t>
            </a:r>
            <a:r>
              <a:rPr sz="1900" b="1" spc="-100" dirty="0">
                <a:solidFill>
                  <a:srgbClr val="414141"/>
                </a:solidFill>
                <a:latin typeface="Verdana"/>
                <a:cs typeface="Verdana"/>
              </a:rPr>
              <a:t>i</a:t>
            </a:r>
            <a:r>
              <a:rPr sz="1900" b="1" spc="-40" dirty="0">
                <a:solidFill>
                  <a:srgbClr val="414141"/>
                </a:solidFill>
                <a:latin typeface="Verdana"/>
                <a:cs typeface="Verdana"/>
              </a:rPr>
              <a:t>n</a:t>
            </a:r>
            <a:r>
              <a:rPr sz="1900" b="1" spc="-125" dirty="0">
                <a:solidFill>
                  <a:srgbClr val="414141"/>
                </a:solidFill>
                <a:latin typeface="Verdana"/>
                <a:cs typeface="Verdana"/>
              </a:rPr>
              <a:t> </a:t>
            </a:r>
            <a:r>
              <a:rPr sz="1900" b="1" spc="-75" dirty="0">
                <a:solidFill>
                  <a:srgbClr val="414141"/>
                </a:solidFill>
                <a:latin typeface="Verdana"/>
                <a:cs typeface="Verdana"/>
              </a:rPr>
              <a:t>a  </a:t>
            </a:r>
            <a:r>
              <a:rPr sz="1900" b="1" spc="-40" dirty="0">
                <a:solidFill>
                  <a:srgbClr val="414141"/>
                </a:solidFill>
                <a:latin typeface="Verdana"/>
                <a:cs typeface="Verdana"/>
              </a:rPr>
              <a:t>n</a:t>
            </a:r>
            <a:r>
              <a:rPr sz="1900" b="1" spc="-50" dirty="0">
                <a:solidFill>
                  <a:srgbClr val="414141"/>
                </a:solidFill>
                <a:latin typeface="Verdana"/>
                <a:cs typeface="Verdana"/>
              </a:rPr>
              <a:t>u</a:t>
            </a:r>
            <a:r>
              <a:rPr sz="1900" b="1" spc="-55" dirty="0">
                <a:solidFill>
                  <a:srgbClr val="414141"/>
                </a:solidFill>
                <a:latin typeface="Verdana"/>
                <a:cs typeface="Verdana"/>
              </a:rPr>
              <a:t>t</a:t>
            </a:r>
            <a:r>
              <a:rPr sz="1900" b="1" spc="-140" dirty="0">
                <a:solidFill>
                  <a:srgbClr val="414141"/>
                </a:solidFill>
                <a:latin typeface="Verdana"/>
                <a:cs typeface="Verdana"/>
              </a:rPr>
              <a:t>s</a:t>
            </a:r>
            <a:r>
              <a:rPr sz="1900" b="1" spc="-40" dirty="0">
                <a:solidFill>
                  <a:srgbClr val="414141"/>
                </a:solidFill>
                <a:latin typeface="Verdana"/>
                <a:cs typeface="Verdana"/>
              </a:rPr>
              <a:t>h</a:t>
            </a:r>
            <a:r>
              <a:rPr sz="1900" b="1" spc="-70" dirty="0">
                <a:solidFill>
                  <a:srgbClr val="414141"/>
                </a:solidFill>
                <a:latin typeface="Verdana"/>
                <a:cs typeface="Verdana"/>
              </a:rPr>
              <a:t>e</a:t>
            </a:r>
            <a:r>
              <a:rPr sz="1900" b="1" spc="-100" dirty="0">
                <a:solidFill>
                  <a:srgbClr val="414141"/>
                </a:solidFill>
                <a:latin typeface="Verdana"/>
                <a:cs typeface="Verdana"/>
              </a:rPr>
              <a:t>ll</a:t>
            </a:r>
            <a:r>
              <a:rPr sz="1900" b="1" spc="-220" dirty="0">
                <a:solidFill>
                  <a:srgbClr val="414141"/>
                </a:solidFill>
                <a:latin typeface="Verdana"/>
                <a:cs typeface="Verdana"/>
              </a:rPr>
              <a:t>,</a:t>
            </a:r>
            <a:r>
              <a:rPr sz="1900" b="1" spc="-125" dirty="0">
                <a:solidFill>
                  <a:srgbClr val="414141"/>
                </a:solidFill>
                <a:latin typeface="Verdana"/>
                <a:cs typeface="Verdana"/>
              </a:rPr>
              <a:t> </a:t>
            </a:r>
            <a:r>
              <a:rPr sz="1900" b="1" spc="-55" dirty="0">
                <a:solidFill>
                  <a:srgbClr val="414141"/>
                </a:solidFill>
                <a:latin typeface="Verdana"/>
                <a:cs typeface="Verdana"/>
              </a:rPr>
              <a:t>t</a:t>
            </a:r>
            <a:r>
              <a:rPr sz="1900" b="1" spc="-40" dirty="0">
                <a:solidFill>
                  <a:srgbClr val="414141"/>
                </a:solidFill>
                <a:latin typeface="Verdana"/>
                <a:cs typeface="Verdana"/>
              </a:rPr>
              <a:t>h</a:t>
            </a:r>
            <a:r>
              <a:rPr sz="1900" b="1" spc="-70" dirty="0">
                <a:solidFill>
                  <a:srgbClr val="414141"/>
                </a:solidFill>
                <a:latin typeface="Verdana"/>
                <a:cs typeface="Verdana"/>
              </a:rPr>
              <a:t>e</a:t>
            </a:r>
            <a:r>
              <a:rPr sz="1900" b="1" spc="-130" dirty="0">
                <a:solidFill>
                  <a:srgbClr val="414141"/>
                </a:solidFill>
                <a:latin typeface="Verdana"/>
                <a:cs typeface="Verdana"/>
              </a:rPr>
              <a:t>y</a:t>
            </a:r>
            <a:r>
              <a:rPr sz="1900" b="1" spc="-125" dirty="0">
                <a:solidFill>
                  <a:srgbClr val="414141"/>
                </a:solidFill>
                <a:latin typeface="Verdana"/>
                <a:cs typeface="Verdana"/>
              </a:rPr>
              <a:t> </a:t>
            </a:r>
            <a:r>
              <a:rPr sz="1900" b="1" spc="-110" dirty="0">
                <a:solidFill>
                  <a:srgbClr val="414141"/>
                </a:solidFill>
                <a:latin typeface="Verdana"/>
                <a:cs typeface="Verdana"/>
              </a:rPr>
              <a:t>a</a:t>
            </a:r>
            <a:r>
              <a:rPr sz="1900" b="1" spc="-140" dirty="0">
                <a:solidFill>
                  <a:srgbClr val="414141"/>
                </a:solidFill>
                <a:latin typeface="Verdana"/>
                <a:cs typeface="Verdana"/>
              </a:rPr>
              <a:t>r</a:t>
            </a:r>
            <a:r>
              <a:rPr sz="1900" b="1" spc="-50" dirty="0">
                <a:solidFill>
                  <a:srgbClr val="414141"/>
                </a:solidFill>
                <a:latin typeface="Verdana"/>
                <a:cs typeface="Verdana"/>
              </a:rPr>
              <a:t>e  </a:t>
            </a:r>
            <a:r>
              <a:rPr sz="1900" b="1" spc="-90" dirty="0">
                <a:solidFill>
                  <a:srgbClr val="414141"/>
                </a:solidFill>
                <a:latin typeface="Verdana"/>
                <a:cs typeface="Verdana"/>
              </a:rPr>
              <a:t>inexhaustible.</a:t>
            </a:r>
            <a:endParaRPr sz="1900">
              <a:latin typeface="Verdana"/>
              <a:cs typeface="Verdana"/>
            </a:endParaRPr>
          </a:p>
          <a:p>
            <a:pPr marL="353695" marR="350520" algn="ctr">
              <a:lnSpc>
                <a:spcPct val="115599"/>
              </a:lnSpc>
            </a:pPr>
            <a:r>
              <a:rPr sz="1900" b="1" spc="-5" dirty="0">
                <a:solidFill>
                  <a:srgbClr val="414141"/>
                </a:solidFill>
                <a:latin typeface="Verdana"/>
                <a:cs typeface="Verdana"/>
              </a:rPr>
              <a:t>O</a:t>
            </a:r>
            <a:r>
              <a:rPr sz="1900" b="1" spc="-40" dirty="0">
                <a:solidFill>
                  <a:srgbClr val="414141"/>
                </a:solidFill>
                <a:latin typeface="Verdana"/>
                <a:cs typeface="Verdana"/>
              </a:rPr>
              <a:t>n</a:t>
            </a:r>
            <a:r>
              <a:rPr sz="1900" b="1" spc="-125" dirty="0">
                <a:solidFill>
                  <a:srgbClr val="414141"/>
                </a:solidFill>
                <a:latin typeface="Verdana"/>
                <a:cs typeface="Verdana"/>
              </a:rPr>
              <a:t> </a:t>
            </a:r>
            <a:r>
              <a:rPr sz="1900" b="1" spc="-55" dirty="0">
                <a:solidFill>
                  <a:srgbClr val="414141"/>
                </a:solidFill>
                <a:latin typeface="Verdana"/>
                <a:cs typeface="Verdana"/>
              </a:rPr>
              <a:t>t</a:t>
            </a:r>
            <a:r>
              <a:rPr sz="1900" b="1" spc="-40" dirty="0">
                <a:solidFill>
                  <a:srgbClr val="414141"/>
                </a:solidFill>
                <a:latin typeface="Verdana"/>
                <a:cs typeface="Verdana"/>
              </a:rPr>
              <a:t>h</a:t>
            </a:r>
            <a:r>
              <a:rPr sz="1900" b="1" spc="-70" dirty="0">
                <a:solidFill>
                  <a:srgbClr val="414141"/>
                </a:solidFill>
                <a:latin typeface="Verdana"/>
                <a:cs typeface="Verdana"/>
              </a:rPr>
              <a:t>e</a:t>
            </a:r>
            <a:r>
              <a:rPr sz="1900" b="1" spc="-125" dirty="0">
                <a:solidFill>
                  <a:srgbClr val="414141"/>
                </a:solidFill>
                <a:latin typeface="Verdana"/>
                <a:cs typeface="Verdana"/>
              </a:rPr>
              <a:t> </a:t>
            </a:r>
            <a:r>
              <a:rPr sz="1900" b="1" spc="-5" dirty="0">
                <a:solidFill>
                  <a:srgbClr val="414141"/>
                </a:solidFill>
                <a:latin typeface="Verdana"/>
                <a:cs typeface="Verdana"/>
              </a:rPr>
              <a:t>c</a:t>
            </a:r>
            <a:r>
              <a:rPr sz="1900" b="1" spc="-70" dirty="0">
                <a:solidFill>
                  <a:srgbClr val="414141"/>
                </a:solidFill>
                <a:latin typeface="Verdana"/>
                <a:cs typeface="Verdana"/>
              </a:rPr>
              <a:t>o</a:t>
            </a:r>
            <a:r>
              <a:rPr sz="1900" b="1" spc="-40" dirty="0">
                <a:solidFill>
                  <a:srgbClr val="414141"/>
                </a:solidFill>
                <a:latin typeface="Verdana"/>
                <a:cs typeface="Verdana"/>
              </a:rPr>
              <a:t>n</a:t>
            </a:r>
            <a:r>
              <a:rPr sz="1900" b="1" spc="-55" dirty="0">
                <a:solidFill>
                  <a:srgbClr val="414141"/>
                </a:solidFill>
                <a:latin typeface="Verdana"/>
                <a:cs typeface="Verdana"/>
              </a:rPr>
              <a:t>t</a:t>
            </a:r>
            <a:r>
              <a:rPr sz="1900" b="1" spc="-140" dirty="0">
                <a:solidFill>
                  <a:srgbClr val="414141"/>
                </a:solidFill>
                <a:latin typeface="Verdana"/>
                <a:cs typeface="Verdana"/>
              </a:rPr>
              <a:t>r</a:t>
            </a:r>
            <a:r>
              <a:rPr sz="1900" b="1" spc="-110" dirty="0">
                <a:solidFill>
                  <a:srgbClr val="414141"/>
                </a:solidFill>
                <a:latin typeface="Verdana"/>
                <a:cs typeface="Verdana"/>
              </a:rPr>
              <a:t>a</a:t>
            </a:r>
            <a:r>
              <a:rPr sz="1900" b="1" spc="-140" dirty="0">
                <a:solidFill>
                  <a:srgbClr val="414141"/>
                </a:solidFill>
                <a:latin typeface="Verdana"/>
                <a:cs typeface="Verdana"/>
              </a:rPr>
              <a:t>r</a:t>
            </a:r>
            <a:r>
              <a:rPr sz="1900" b="1" spc="-130" dirty="0">
                <a:solidFill>
                  <a:srgbClr val="414141"/>
                </a:solidFill>
                <a:latin typeface="Verdana"/>
                <a:cs typeface="Verdana"/>
              </a:rPr>
              <a:t>y</a:t>
            </a:r>
            <a:r>
              <a:rPr sz="1900" b="1" spc="-220" dirty="0">
                <a:solidFill>
                  <a:srgbClr val="414141"/>
                </a:solidFill>
                <a:latin typeface="Verdana"/>
                <a:cs typeface="Verdana"/>
              </a:rPr>
              <a:t>,</a:t>
            </a:r>
            <a:r>
              <a:rPr sz="1900" b="1" spc="-125" dirty="0">
                <a:solidFill>
                  <a:srgbClr val="414141"/>
                </a:solidFill>
                <a:latin typeface="Verdana"/>
                <a:cs typeface="Verdana"/>
              </a:rPr>
              <a:t> </a:t>
            </a:r>
            <a:r>
              <a:rPr sz="1900" b="1" spc="-40" dirty="0">
                <a:solidFill>
                  <a:srgbClr val="414141"/>
                </a:solidFill>
                <a:latin typeface="Verdana"/>
                <a:cs typeface="Verdana"/>
              </a:rPr>
              <a:t>n</a:t>
            </a:r>
            <a:r>
              <a:rPr sz="1900" b="1" spc="-70" dirty="0">
                <a:solidFill>
                  <a:srgbClr val="414141"/>
                </a:solidFill>
                <a:latin typeface="Verdana"/>
                <a:cs typeface="Verdana"/>
              </a:rPr>
              <a:t>o</a:t>
            </a:r>
            <a:r>
              <a:rPr sz="1900" b="1" spc="-40" dirty="0">
                <a:solidFill>
                  <a:srgbClr val="414141"/>
                </a:solidFill>
                <a:latin typeface="Verdana"/>
                <a:cs typeface="Verdana"/>
              </a:rPr>
              <a:t>n</a:t>
            </a:r>
            <a:r>
              <a:rPr sz="1900" b="1" spc="-145" dirty="0">
                <a:solidFill>
                  <a:srgbClr val="414141"/>
                </a:solidFill>
                <a:latin typeface="Verdana"/>
                <a:cs typeface="Verdana"/>
              </a:rPr>
              <a:t>-  </a:t>
            </a:r>
            <a:r>
              <a:rPr sz="1900" b="1" spc="-140" dirty="0">
                <a:solidFill>
                  <a:srgbClr val="414141"/>
                </a:solidFill>
                <a:latin typeface="Verdana"/>
                <a:cs typeface="Verdana"/>
              </a:rPr>
              <a:t>r</a:t>
            </a:r>
            <a:r>
              <a:rPr sz="1900" b="1" spc="-70" dirty="0">
                <a:solidFill>
                  <a:srgbClr val="414141"/>
                </a:solidFill>
                <a:latin typeface="Verdana"/>
                <a:cs typeface="Verdana"/>
              </a:rPr>
              <a:t>e</a:t>
            </a:r>
            <a:r>
              <a:rPr sz="1900" b="1" spc="-40" dirty="0">
                <a:solidFill>
                  <a:srgbClr val="414141"/>
                </a:solidFill>
                <a:latin typeface="Verdana"/>
                <a:cs typeface="Verdana"/>
              </a:rPr>
              <a:t>n</a:t>
            </a:r>
            <a:r>
              <a:rPr sz="1900" b="1" spc="-70" dirty="0">
                <a:solidFill>
                  <a:srgbClr val="414141"/>
                </a:solidFill>
                <a:latin typeface="Verdana"/>
                <a:cs typeface="Verdana"/>
              </a:rPr>
              <a:t>e</a:t>
            </a:r>
            <a:r>
              <a:rPr sz="1900" b="1" spc="-100" dirty="0">
                <a:solidFill>
                  <a:srgbClr val="414141"/>
                </a:solidFill>
                <a:latin typeface="Verdana"/>
                <a:cs typeface="Verdana"/>
              </a:rPr>
              <a:t>w</a:t>
            </a:r>
            <a:r>
              <a:rPr sz="1900" b="1" spc="-110" dirty="0">
                <a:solidFill>
                  <a:srgbClr val="414141"/>
                </a:solidFill>
                <a:latin typeface="Verdana"/>
                <a:cs typeface="Verdana"/>
              </a:rPr>
              <a:t>a</a:t>
            </a:r>
            <a:r>
              <a:rPr sz="1900" b="1" spc="-15" dirty="0">
                <a:solidFill>
                  <a:srgbClr val="414141"/>
                </a:solidFill>
                <a:latin typeface="Verdana"/>
                <a:cs typeface="Verdana"/>
              </a:rPr>
              <a:t>b</a:t>
            </a:r>
            <a:r>
              <a:rPr sz="1900" b="1" spc="-100" dirty="0">
                <a:solidFill>
                  <a:srgbClr val="414141"/>
                </a:solidFill>
                <a:latin typeface="Verdana"/>
                <a:cs typeface="Verdana"/>
              </a:rPr>
              <a:t>l</a:t>
            </a:r>
            <a:r>
              <a:rPr sz="1900" b="1" spc="-70" dirty="0">
                <a:solidFill>
                  <a:srgbClr val="414141"/>
                </a:solidFill>
                <a:latin typeface="Verdana"/>
                <a:cs typeface="Verdana"/>
              </a:rPr>
              <a:t>e</a:t>
            </a:r>
            <a:r>
              <a:rPr sz="1900" b="1" spc="-125" dirty="0">
                <a:solidFill>
                  <a:srgbClr val="414141"/>
                </a:solidFill>
                <a:latin typeface="Verdana"/>
                <a:cs typeface="Verdana"/>
              </a:rPr>
              <a:t> </a:t>
            </a:r>
            <a:r>
              <a:rPr sz="1900" b="1" spc="-70" dirty="0">
                <a:solidFill>
                  <a:srgbClr val="414141"/>
                </a:solidFill>
                <a:latin typeface="Verdana"/>
                <a:cs typeface="Verdana"/>
              </a:rPr>
              <a:t>e</a:t>
            </a:r>
            <a:r>
              <a:rPr sz="1900" b="1" spc="-40" dirty="0">
                <a:solidFill>
                  <a:srgbClr val="414141"/>
                </a:solidFill>
                <a:latin typeface="Verdana"/>
                <a:cs typeface="Verdana"/>
              </a:rPr>
              <a:t>n</a:t>
            </a:r>
            <a:r>
              <a:rPr sz="1900" b="1" spc="-70" dirty="0">
                <a:solidFill>
                  <a:srgbClr val="414141"/>
                </a:solidFill>
                <a:latin typeface="Verdana"/>
                <a:cs typeface="Verdana"/>
              </a:rPr>
              <a:t>e</a:t>
            </a:r>
            <a:r>
              <a:rPr sz="1900" b="1" spc="-140" dirty="0">
                <a:solidFill>
                  <a:srgbClr val="414141"/>
                </a:solidFill>
                <a:latin typeface="Verdana"/>
                <a:cs typeface="Verdana"/>
              </a:rPr>
              <a:t>r</a:t>
            </a:r>
            <a:r>
              <a:rPr sz="1900" b="1" dirty="0">
                <a:solidFill>
                  <a:srgbClr val="414141"/>
                </a:solidFill>
                <a:latin typeface="Verdana"/>
                <a:cs typeface="Verdana"/>
              </a:rPr>
              <a:t>g</a:t>
            </a:r>
            <a:r>
              <a:rPr sz="1900" b="1" spc="-90" dirty="0">
                <a:solidFill>
                  <a:srgbClr val="414141"/>
                </a:solidFill>
                <a:latin typeface="Verdana"/>
                <a:cs typeface="Verdana"/>
              </a:rPr>
              <a:t>y  </a:t>
            </a:r>
            <a:r>
              <a:rPr sz="1900" b="1" spc="-140" dirty="0">
                <a:solidFill>
                  <a:srgbClr val="414141"/>
                </a:solidFill>
                <a:latin typeface="Verdana"/>
                <a:cs typeface="Verdana"/>
              </a:rPr>
              <a:t>s</a:t>
            </a:r>
            <a:r>
              <a:rPr sz="1900" b="1" spc="-70" dirty="0">
                <a:solidFill>
                  <a:srgbClr val="414141"/>
                </a:solidFill>
                <a:latin typeface="Verdana"/>
                <a:cs typeface="Verdana"/>
              </a:rPr>
              <a:t>o</a:t>
            </a:r>
            <a:r>
              <a:rPr sz="1900" b="1" spc="-50" dirty="0">
                <a:solidFill>
                  <a:srgbClr val="414141"/>
                </a:solidFill>
                <a:latin typeface="Verdana"/>
                <a:cs typeface="Verdana"/>
              </a:rPr>
              <a:t>u</a:t>
            </a:r>
            <a:r>
              <a:rPr sz="1900" b="1" spc="-140" dirty="0">
                <a:solidFill>
                  <a:srgbClr val="414141"/>
                </a:solidFill>
                <a:latin typeface="Verdana"/>
                <a:cs typeface="Verdana"/>
              </a:rPr>
              <a:t>r</a:t>
            </a:r>
            <a:r>
              <a:rPr sz="1900" b="1" spc="-5" dirty="0">
                <a:solidFill>
                  <a:srgbClr val="414141"/>
                </a:solidFill>
                <a:latin typeface="Verdana"/>
                <a:cs typeface="Verdana"/>
              </a:rPr>
              <a:t>c</a:t>
            </a:r>
            <a:r>
              <a:rPr sz="1900" b="1" spc="-70" dirty="0">
                <a:solidFill>
                  <a:srgbClr val="414141"/>
                </a:solidFill>
                <a:latin typeface="Verdana"/>
                <a:cs typeface="Verdana"/>
              </a:rPr>
              <a:t>e</a:t>
            </a:r>
            <a:r>
              <a:rPr sz="1900" b="1" spc="-140" dirty="0">
                <a:solidFill>
                  <a:srgbClr val="414141"/>
                </a:solidFill>
                <a:latin typeface="Verdana"/>
                <a:cs typeface="Verdana"/>
              </a:rPr>
              <a:t>s</a:t>
            </a:r>
            <a:r>
              <a:rPr sz="1900" b="1" spc="-125" dirty="0">
                <a:solidFill>
                  <a:srgbClr val="414141"/>
                </a:solidFill>
                <a:latin typeface="Verdana"/>
                <a:cs typeface="Verdana"/>
              </a:rPr>
              <a:t> </a:t>
            </a:r>
            <a:r>
              <a:rPr sz="1900" b="1" spc="-110" dirty="0">
                <a:solidFill>
                  <a:srgbClr val="414141"/>
                </a:solidFill>
                <a:latin typeface="Verdana"/>
                <a:cs typeface="Verdana"/>
              </a:rPr>
              <a:t>a</a:t>
            </a:r>
            <a:r>
              <a:rPr sz="1900" b="1" spc="-140" dirty="0">
                <a:solidFill>
                  <a:srgbClr val="414141"/>
                </a:solidFill>
                <a:latin typeface="Verdana"/>
                <a:cs typeface="Verdana"/>
              </a:rPr>
              <a:t>r</a:t>
            </a:r>
            <a:r>
              <a:rPr sz="1900" b="1" spc="-70" dirty="0">
                <a:solidFill>
                  <a:srgbClr val="414141"/>
                </a:solidFill>
                <a:latin typeface="Verdana"/>
                <a:cs typeface="Verdana"/>
              </a:rPr>
              <a:t>e</a:t>
            </a:r>
            <a:r>
              <a:rPr sz="1900" b="1" spc="-125" dirty="0">
                <a:solidFill>
                  <a:srgbClr val="414141"/>
                </a:solidFill>
                <a:latin typeface="Verdana"/>
                <a:cs typeface="Verdana"/>
              </a:rPr>
              <a:t> </a:t>
            </a:r>
            <a:r>
              <a:rPr sz="1900" b="1" spc="-110" dirty="0">
                <a:solidFill>
                  <a:srgbClr val="414141"/>
                </a:solidFill>
                <a:latin typeface="Verdana"/>
                <a:cs typeface="Verdana"/>
              </a:rPr>
              <a:t>a</a:t>
            </a:r>
            <a:r>
              <a:rPr sz="1900" b="1" spc="-130" dirty="0">
                <a:solidFill>
                  <a:srgbClr val="414141"/>
                </a:solidFill>
                <a:latin typeface="Verdana"/>
                <a:cs typeface="Verdana"/>
              </a:rPr>
              <a:t>v</a:t>
            </a:r>
            <a:r>
              <a:rPr sz="1900" b="1" spc="-110" dirty="0">
                <a:solidFill>
                  <a:srgbClr val="414141"/>
                </a:solidFill>
                <a:latin typeface="Verdana"/>
                <a:cs typeface="Verdana"/>
              </a:rPr>
              <a:t>a</a:t>
            </a:r>
            <a:r>
              <a:rPr sz="1900" b="1" spc="-100" dirty="0">
                <a:solidFill>
                  <a:srgbClr val="414141"/>
                </a:solidFill>
                <a:latin typeface="Verdana"/>
                <a:cs typeface="Verdana"/>
              </a:rPr>
              <a:t>il</a:t>
            </a:r>
            <a:r>
              <a:rPr sz="1900" b="1" spc="-110" dirty="0">
                <a:solidFill>
                  <a:srgbClr val="414141"/>
                </a:solidFill>
                <a:latin typeface="Verdana"/>
                <a:cs typeface="Verdana"/>
              </a:rPr>
              <a:t>a</a:t>
            </a:r>
            <a:r>
              <a:rPr sz="1900" b="1" spc="-15" dirty="0">
                <a:solidFill>
                  <a:srgbClr val="414141"/>
                </a:solidFill>
                <a:latin typeface="Verdana"/>
                <a:cs typeface="Verdana"/>
              </a:rPr>
              <a:t>b</a:t>
            </a:r>
            <a:r>
              <a:rPr sz="1900" b="1" spc="-100" dirty="0">
                <a:solidFill>
                  <a:srgbClr val="414141"/>
                </a:solidFill>
                <a:latin typeface="Verdana"/>
                <a:cs typeface="Verdana"/>
              </a:rPr>
              <a:t>l</a:t>
            </a:r>
            <a:r>
              <a:rPr sz="1900" b="1" spc="-50" dirty="0">
                <a:solidFill>
                  <a:srgbClr val="414141"/>
                </a:solidFill>
                <a:latin typeface="Verdana"/>
                <a:cs typeface="Verdana"/>
              </a:rPr>
              <a:t>e  </a:t>
            </a:r>
            <a:r>
              <a:rPr sz="1900" b="1" spc="-70" dirty="0">
                <a:solidFill>
                  <a:srgbClr val="414141"/>
                </a:solidFill>
                <a:latin typeface="Verdana"/>
                <a:cs typeface="Verdana"/>
              </a:rPr>
              <a:t>o</a:t>
            </a:r>
            <a:r>
              <a:rPr sz="1900" b="1" spc="-40" dirty="0">
                <a:solidFill>
                  <a:srgbClr val="414141"/>
                </a:solidFill>
                <a:latin typeface="Verdana"/>
                <a:cs typeface="Verdana"/>
              </a:rPr>
              <a:t>n</a:t>
            </a:r>
            <a:r>
              <a:rPr sz="1900" b="1" spc="-100" dirty="0">
                <a:solidFill>
                  <a:srgbClr val="414141"/>
                </a:solidFill>
                <a:latin typeface="Verdana"/>
                <a:cs typeface="Verdana"/>
              </a:rPr>
              <a:t>l</a:t>
            </a:r>
            <a:r>
              <a:rPr sz="1900" b="1" spc="-130" dirty="0">
                <a:solidFill>
                  <a:srgbClr val="414141"/>
                </a:solidFill>
                <a:latin typeface="Verdana"/>
                <a:cs typeface="Verdana"/>
              </a:rPr>
              <a:t>y</a:t>
            </a:r>
            <a:r>
              <a:rPr sz="1900" b="1" spc="-125" dirty="0">
                <a:solidFill>
                  <a:srgbClr val="414141"/>
                </a:solidFill>
                <a:latin typeface="Verdana"/>
                <a:cs typeface="Verdana"/>
              </a:rPr>
              <a:t> </a:t>
            </a:r>
            <a:r>
              <a:rPr sz="1900" b="1" spc="-100" dirty="0">
                <a:solidFill>
                  <a:srgbClr val="414141"/>
                </a:solidFill>
                <a:latin typeface="Verdana"/>
                <a:cs typeface="Verdana"/>
              </a:rPr>
              <a:t>i</a:t>
            </a:r>
            <a:r>
              <a:rPr sz="1900" b="1" spc="-40" dirty="0">
                <a:solidFill>
                  <a:srgbClr val="414141"/>
                </a:solidFill>
                <a:latin typeface="Verdana"/>
                <a:cs typeface="Verdana"/>
              </a:rPr>
              <a:t>n</a:t>
            </a:r>
            <a:r>
              <a:rPr sz="1900" b="1" spc="-125" dirty="0">
                <a:solidFill>
                  <a:srgbClr val="414141"/>
                </a:solidFill>
                <a:latin typeface="Verdana"/>
                <a:cs typeface="Verdana"/>
              </a:rPr>
              <a:t> </a:t>
            </a:r>
            <a:r>
              <a:rPr sz="1900" b="1" spc="-100" dirty="0">
                <a:solidFill>
                  <a:srgbClr val="414141"/>
                </a:solidFill>
                <a:latin typeface="Verdana"/>
                <a:cs typeface="Verdana"/>
              </a:rPr>
              <a:t>li</a:t>
            </a:r>
            <a:r>
              <a:rPr sz="1900" b="1" spc="5" dirty="0">
                <a:solidFill>
                  <a:srgbClr val="414141"/>
                </a:solidFill>
                <a:latin typeface="Verdana"/>
                <a:cs typeface="Verdana"/>
              </a:rPr>
              <a:t>m</a:t>
            </a:r>
            <a:r>
              <a:rPr sz="1900" b="1" spc="-100" dirty="0">
                <a:solidFill>
                  <a:srgbClr val="414141"/>
                </a:solidFill>
                <a:latin typeface="Verdana"/>
                <a:cs typeface="Verdana"/>
              </a:rPr>
              <a:t>i</a:t>
            </a:r>
            <a:r>
              <a:rPr sz="1900" b="1" spc="-55" dirty="0">
                <a:solidFill>
                  <a:srgbClr val="414141"/>
                </a:solidFill>
                <a:latin typeface="Verdana"/>
                <a:cs typeface="Verdana"/>
              </a:rPr>
              <a:t>t</a:t>
            </a:r>
            <a:r>
              <a:rPr sz="1900" b="1" spc="-70" dirty="0">
                <a:solidFill>
                  <a:srgbClr val="414141"/>
                </a:solidFill>
                <a:latin typeface="Verdana"/>
                <a:cs typeface="Verdana"/>
              </a:rPr>
              <a:t>e</a:t>
            </a:r>
            <a:r>
              <a:rPr sz="1900" b="1" spc="-10" dirty="0">
                <a:solidFill>
                  <a:srgbClr val="414141"/>
                </a:solidFill>
                <a:latin typeface="Verdana"/>
                <a:cs typeface="Verdana"/>
              </a:rPr>
              <a:t>d  </a:t>
            </a:r>
            <a:r>
              <a:rPr sz="1900" b="1" spc="-15" dirty="0">
                <a:solidFill>
                  <a:srgbClr val="414141"/>
                </a:solidFill>
                <a:latin typeface="Verdana"/>
                <a:cs typeface="Verdana"/>
              </a:rPr>
              <a:t>q</a:t>
            </a:r>
            <a:r>
              <a:rPr sz="1900" b="1" spc="-50" dirty="0">
                <a:solidFill>
                  <a:srgbClr val="414141"/>
                </a:solidFill>
                <a:latin typeface="Verdana"/>
                <a:cs typeface="Verdana"/>
              </a:rPr>
              <a:t>u</a:t>
            </a:r>
            <a:r>
              <a:rPr sz="1900" b="1" spc="-110" dirty="0">
                <a:solidFill>
                  <a:srgbClr val="414141"/>
                </a:solidFill>
                <a:latin typeface="Verdana"/>
                <a:cs typeface="Verdana"/>
              </a:rPr>
              <a:t>a</a:t>
            </a:r>
            <a:r>
              <a:rPr sz="1900" b="1" spc="-40" dirty="0">
                <a:solidFill>
                  <a:srgbClr val="414141"/>
                </a:solidFill>
                <a:latin typeface="Verdana"/>
                <a:cs typeface="Verdana"/>
              </a:rPr>
              <a:t>n</a:t>
            </a:r>
            <a:r>
              <a:rPr sz="1900" b="1" spc="-55" dirty="0">
                <a:solidFill>
                  <a:srgbClr val="414141"/>
                </a:solidFill>
                <a:latin typeface="Verdana"/>
                <a:cs typeface="Verdana"/>
              </a:rPr>
              <a:t>t</a:t>
            </a:r>
            <a:r>
              <a:rPr sz="1900" b="1" spc="-100" dirty="0">
                <a:solidFill>
                  <a:srgbClr val="414141"/>
                </a:solidFill>
                <a:latin typeface="Verdana"/>
                <a:cs typeface="Verdana"/>
              </a:rPr>
              <a:t>i</a:t>
            </a:r>
            <a:r>
              <a:rPr sz="1900" b="1" spc="-55" dirty="0">
                <a:solidFill>
                  <a:srgbClr val="414141"/>
                </a:solidFill>
                <a:latin typeface="Verdana"/>
                <a:cs typeface="Verdana"/>
              </a:rPr>
              <a:t>t</a:t>
            </a:r>
            <a:r>
              <a:rPr sz="1900" b="1" spc="-100" dirty="0">
                <a:solidFill>
                  <a:srgbClr val="414141"/>
                </a:solidFill>
                <a:latin typeface="Verdana"/>
                <a:cs typeface="Verdana"/>
              </a:rPr>
              <a:t>i</a:t>
            </a:r>
            <a:r>
              <a:rPr sz="1900" b="1" spc="-70" dirty="0">
                <a:solidFill>
                  <a:srgbClr val="414141"/>
                </a:solidFill>
                <a:latin typeface="Verdana"/>
                <a:cs typeface="Verdana"/>
              </a:rPr>
              <a:t>e</a:t>
            </a:r>
            <a:r>
              <a:rPr sz="1900" b="1" spc="-140" dirty="0">
                <a:solidFill>
                  <a:srgbClr val="414141"/>
                </a:solidFill>
                <a:latin typeface="Verdana"/>
                <a:cs typeface="Verdana"/>
              </a:rPr>
              <a:t>s</a:t>
            </a:r>
            <a:r>
              <a:rPr sz="1900" b="1" spc="-125" dirty="0">
                <a:solidFill>
                  <a:srgbClr val="414141"/>
                </a:solidFill>
                <a:latin typeface="Verdana"/>
                <a:cs typeface="Verdana"/>
              </a:rPr>
              <a:t> </a:t>
            </a:r>
            <a:r>
              <a:rPr sz="1900" b="1" spc="-110" dirty="0">
                <a:solidFill>
                  <a:srgbClr val="414141"/>
                </a:solidFill>
                <a:latin typeface="Verdana"/>
                <a:cs typeface="Verdana"/>
              </a:rPr>
              <a:t>a</a:t>
            </a:r>
            <a:r>
              <a:rPr sz="1900" b="1" spc="-40" dirty="0">
                <a:solidFill>
                  <a:srgbClr val="414141"/>
                </a:solidFill>
                <a:latin typeface="Verdana"/>
                <a:cs typeface="Verdana"/>
              </a:rPr>
              <a:t>n</a:t>
            </a:r>
            <a:r>
              <a:rPr sz="1900" b="1" spc="-15" dirty="0">
                <a:solidFill>
                  <a:srgbClr val="414141"/>
                </a:solidFill>
                <a:latin typeface="Verdana"/>
                <a:cs typeface="Verdana"/>
              </a:rPr>
              <a:t>d</a:t>
            </a:r>
            <a:r>
              <a:rPr sz="1900" b="1" spc="-220" dirty="0">
                <a:solidFill>
                  <a:srgbClr val="414141"/>
                </a:solidFill>
                <a:latin typeface="Verdana"/>
                <a:cs typeface="Verdana"/>
              </a:rPr>
              <a:t>,</a:t>
            </a:r>
            <a:r>
              <a:rPr sz="1900" b="1" spc="-125" dirty="0">
                <a:solidFill>
                  <a:srgbClr val="414141"/>
                </a:solidFill>
                <a:latin typeface="Verdana"/>
                <a:cs typeface="Verdana"/>
              </a:rPr>
              <a:t> </a:t>
            </a:r>
            <a:r>
              <a:rPr sz="1900" b="1" spc="-70" dirty="0">
                <a:solidFill>
                  <a:srgbClr val="414141"/>
                </a:solidFill>
                <a:latin typeface="Verdana"/>
                <a:cs typeface="Verdana"/>
              </a:rPr>
              <a:t>o</a:t>
            </a:r>
            <a:r>
              <a:rPr sz="1900" b="1" spc="-40" dirty="0">
                <a:solidFill>
                  <a:srgbClr val="414141"/>
                </a:solidFill>
                <a:latin typeface="Verdana"/>
                <a:cs typeface="Verdana"/>
              </a:rPr>
              <a:t>n</a:t>
            </a:r>
            <a:r>
              <a:rPr sz="1900" b="1" spc="-5" dirty="0">
                <a:solidFill>
                  <a:srgbClr val="414141"/>
                </a:solidFill>
                <a:latin typeface="Verdana"/>
                <a:cs typeface="Verdana"/>
              </a:rPr>
              <a:t>c</a:t>
            </a:r>
            <a:r>
              <a:rPr sz="1900" b="1" spc="-70" dirty="0">
                <a:solidFill>
                  <a:srgbClr val="414141"/>
                </a:solidFill>
                <a:latin typeface="Verdana"/>
                <a:cs typeface="Verdana"/>
              </a:rPr>
              <a:t>e</a:t>
            </a:r>
            <a:r>
              <a:rPr sz="1900" b="1" spc="-125" dirty="0">
                <a:solidFill>
                  <a:srgbClr val="414141"/>
                </a:solidFill>
                <a:latin typeface="Verdana"/>
                <a:cs typeface="Verdana"/>
              </a:rPr>
              <a:t> </a:t>
            </a:r>
            <a:r>
              <a:rPr sz="1900" b="1" spc="-55" dirty="0">
                <a:solidFill>
                  <a:srgbClr val="414141"/>
                </a:solidFill>
                <a:latin typeface="Verdana"/>
                <a:cs typeface="Verdana"/>
              </a:rPr>
              <a:t>t</a:t>
            </a:r>
            <a:r>
              <a:rPr sz="1900" b="1" spc="-40" dirty="0">
                <a:solidFill>
                  <a:srgbClr val="414141"/>
                </a:solidFill>
                <a:latin typeface="Verdana"/>
                <a:cs typeface="Verdana"/>
              </a:rPr>
              <a:t>h</a:t>
            </a:r>
            <a:r>
              <a:rPr sz="1900" b="1" spc="-50" dirty="0">
                <a:solidFill>
                  <a:srgbClr val="414141"/>
                </a:solidFill>
                <a:latin typeface="Verdana"/>
                <a:cs typeface="Verdana"/>
              </a:rPr>
              <a:t>e  </a:t>
            </a:r>
            <a:r>
              <a:rPr sz="1900" b="1" spc="-140" dirty="0">
                <a:solidFill>
                  <a:srgbClr val="414141"/>
                </a:solidFill>
                <a:latin typeface="Verdana"/>
                <a:cs typeface="Verdana"/>
              </a:rPr>
              <a:t>s</a:t>
            </a:r>
            <a:r>
              <a:rPr sz="1900" b="1" spc="-50" dirty="0">
                <a:solidFill>
                  <a:srgbClr val="414141"/>
                </a:solidFill>
                <a:latin typeface="Verdana"/>
                <a:cs typeface="Verdana"/>
              </a:rPr>
              <a:t>u</a:t>
            </a:r>
            <a:r>
              <a:rPr sz="1900" b="1" spc="-15" dirty="0">
                <a:solidFill>
                  <a:srgbClr val="414141"/>
                </a:solidFill>
                <a:latin typeface="Verdana"/>
                <a:cs typeface="Verdana"/>
              </a:rPr>
              <a:t>pp</a:t>
            </a:r>
            <a:r>
              <a:rPr sz="1900" b="1" spc="-100" dirty="0">
                <a:solidFill>
                  <a:srgbClr val="414141"/>
                </a:solidFill>
                <a:latin typeface="Verdana"/>
                <a:cs typeface="Verdana"/>
              </a:rPr>
              <a:t>l</a:t>
            </a:r>
            <a:r>
              <a:rPr sz="1900" b="1" spc="-130" dirty="0">
                <a:solidFill>
                  <a:srgbClr val="414141"/>
                </a:solidFill>
                <a:latin typeface="Verdana"/>
                <a:cs typeface="Verdana"/>
              </a:rPr>
              <a:t>y</a:t>
            </a:r>
            <a:r>
              <a:rPr sz="1900" b="1" spc="-125" dirty="0">
                <a:solidFill>
                  <a:srgbClr val="414141"/>
                </a:solidFill>
                <a:latin typeface="Verdana"/>
                <a:cs typeface="Verdana"/>
              </a:rPr>
              <a:t> </a:t>
            </a:r>
            <a:r>
              <a:rPr sz="1900" b="1" spc="-110" dirty="0">
                <a:solidFill>
                  <a:srgbClr val="414141"/>
                </a:solidFill>
                <a:latin typeface="Verdana"/>
                <a:cs typeface="Verdana"/>
              </a:rPr>
              <a:t>a</a:t>
            </a:r>
            <a:r>
              <a:rPr sz="1900" b="1" spc="-130" dirty="0">
                <a:solidFill>
                  <a:srgbClr val="414141"/>
                </a:solidFill>
                <a:latin typeface="Verdana"/>
                <a:cs typeface="Verdana"/>
              </a:rPr>
              <a:t>v</a:t>
            </a:r>
            <a:r>
              <a:rPr sz="1900" b="1" spc="-110" dirty="0">
                <a:solidFill>
                  <a:srgbClr val="414141"/>
                </a:solidFill>
                <a:latin typeface="Verdana"/>
                <a:cs typeface="Verdana"/>
              </a:rPr>
              <a:t>a</a:t>
            </a:r>
            <a:r>
              <a:rPr sz="1900" b="1" spc="-100" dirty="0">
                <a:solidFill>
                  <a:srgbClr val="414141"/>
                </a:solidFill>
                <a:latin typeface="Verdana"/>
                <a:cs typeface="Verdana"/>
              </a:rPr>
              <a:t>il</a:t>
            </a:r>
            <a:r>
              <a:rPr sz="1900" b="1" spc="-110" dirty="0">
                <a:solidFill>
                  <a:srgbClr val="414141"/>
                </a:solidFill>
                <a:latin typeface="Verdana"/>
                <a:cs typeface="Verdana"/>
              </a:rPr>
              <a:t>a</a:t>
            </a:r>
            <a:r>
              <a:rPr sz="1900" b="1" spc="-15" dirty="0">
                <a:solidFill>
                  <a:srgbClr val="414141"/>
                </a:solidFill>
                <a:latin typeface="Verdana"/>
                <a:cs typeface="Verdana"/>
              </a:rPr>
              <a:t>b</a:t>
            </a:r>
            <a:r>
              <a:rPr sz="1900" b="1" spc="-100" dirty="0">
                <a:solidFill>
                  <a:srgbClr val="414141"/>
                </a:solidFill>
                <a:latin typeface="Verdana"/>
                <a:cs typeface="Verdana"/>
              </a:rPr>
              <a:t>l</a:t>
            </a:r>
            <a:r>
              <a:rPr sz="1900" b="1" spc="-70" dirty="0">
                <a:solidFill>
                  <a:srgbClr val="414141"/>
                </a:solidFill>
                <a:latin typeface="Verdana"/>
                <a:cs typeface="Verdana"/>
              </a:rPr>
              <a:t>e</a:t>
            </a:r>
            <a:r>
              <a:rPr sz="1900" b="1" spc="-125" dirty="0">
                <a:solidFill>
                  <a:srgbClr val="414141"/>
                </a:solidFill>
                <a:latin typeface="Verdana"/>
                <a:cs typeface="Verdana"/>
              </a:rPr>
              <a:t> </a:t>
            </a:r>
            <a:r>
              <a:rPr sz="1900" b="1" spc="-55" dirty="0">
                <a:solidFill>
                  <a:srgbClr val="414141"/>
                </a:solidFill>
                <a:latin typeface="Verdana"/>
                <a:cs typeface="Verdana"/>
              </a:rPr>
              <a:t>t</a:t>
            </a:r>
            <a:r>
              <a:rPr sz="1900" b="1" spc="-70" dirty="0">
                <a:solidFill>
                  <a:srgbClr val="414141"/>
                </a:solidFill>
                <a:latin typeface="Verdana"/>
                <a:cs typeface="Verdana"/>
              </a:rPr>
              <a:t>o</a:t>
            </a:r>
            <a:r>
              <a:rPr sz="1900" b="1" spc="-125" dirty="0">
                <a:solidFill>
                  <a:srgbClr val="414141"/>
                </a:solidFill>
                <a:latin typeface="Verdana"/>
                <a:cs typeface="Verdana"/>
              </a:rPr>
              <a:t> </a:t>
            </a:r>
            <a:r>
              <a:rPr sz="1900" b="1" spc="-70" dirty="0">
                <a:solidFill>
                  <a:srgbClr val="414141"/>
                </a:solidFill>
                <a:latin typeface="Verdana"/>
                <a:cs typeface="Verdana"/>
              </a:rPr>
              <a:t>o</a:t>
            </a:r>
            <a:r>
              <a:rPr sz="1900" b="1" spc="-50" dirty="0">
                <a:solidFill>
                  <a:srgbClr val="414141"/>
                </a:solidFill>
                <a:latin typeface="Verdana"/>
                <a:cs typeface="Verdana"/>
              </a:rPr>
              <a:t>u</a:t>
            </a:r>
            <a:r>
              <a:rPr sz="1900" b="1" spc="-114" dirty="0">
                <a:solidFill>
                  <a:srgbClr val="414141"/>
                </a:solidFill>
                <a:latin typeface="Verdana"/>
                <a:cs typeface="Verdana"/>
              </a:rPr>
              <a:t>r  </a:t>
            </a:r>
            <a:r>
              <a:rPr sz="1900" b="1" spc="-15" dirty="0">
                <a:solidFill>
                  <a:srgbClr val="414141"/>
                </a:solidFill>
                <a:latin typeface="Verdana"/>
                <a:cs typeface="Verdana"/>
              </a:rPr>
              <a:t>p</a:t>
            </a:r>
            <a:r>
              <a:rPr sz="1900" b="1" spc="-100" dirty="0">
                <a:solidFill>
                  <a:srgbClr val="414141"/>
                </a:solidFill>
                <a:latin typeface="Verdana"/>
                <a:cs typeface="Verdana"/>
              </a:rPr>
              <a:t>l</a:t>
            </a:r>
            <a:r>
              <a:rPr sz="1900" b="1" spc="-110" dirty="0">
                <a:solidFill>
                  <a:srgbClr val="414141"/>
                </a:solidFill>
                <a:latin typeface="Verdana"/>
                <a:cs typeface="Verdana"/>
              </a:rPr>
              <a:t>a</a:t>
            </a:r>
            <a:r>
              <a:rPr sz="1900" b="1" spc="-40" dirty="0">
                <a:solidFill>
                  <a:srgbClr val="414141"/>
                </a:solidFill>
                <a:latin typeface="Verdana"/>
                <a:cs typeface="Verdana"/>
              </a:rPr>
              <a:t>n</a:t>
            </a:r>
            <a:r>
              <a:rPr sz="1900" b="1" spc="-70" dirty="0">
                <a:solidFill>
                  <a:srgbClr val="414141"/>
                </a:solidFill>
                <a:latin typeface="Verdana"/>
                <a:cs typeface="Verdana"/>
              </a:rPr>
              <a:t>e</a:t>
            </a:r>
            <a:r>
              <a:rPr sz="1900" b="1" spc="-55" dirty="0">
                <a:solidFill>
                  <a:srgbClr val="414141"/>
                </a:solidFill>
                <a:latin typeface="Verdana"/>
                <a:cs typeface="Verdana"/>
              </a:rPr>
              <a:t>t</a:t>
            </a:r>
            <a:r>
              <a:rPr sz="1900" b="1" spc="-125" dirty="0">
                <a:solidFill>
                  <a:srgbClr val="414141"/>
                </a:solidFill>
                <a:latin typeface="Verdana"/>
                <a:cs typeface="Verdana"/>
              </a:rPr>
              <a:t> </a:t>
            </a:r>
            <a:r>
              <a:rPr sz="1900" b="1" spc="-100" dirty="0">
                <a:solidFill>
                  <a:srgbClr val="414141"/>
                </a:solidFill>
                <a:latin typeface="Verdana"/>
                <a:cs typeface="Verdana"/>
              </a:rPr>
              <a:t>i</a:t>
            </a:r>
            <a:r>
              <a:rPr sz="1900" b="1" spc="-140" dirty="0">
                <a:solidFill>
                  <a:srgbClr val="414141"/>
                </a:solidFill>
                <a:latin typeface="Verdana"/>
                <a:cs typeface="Verdana"/>
              </a:rPr>
              <a:t>s</a:t>
            </a:r>
            <a:r>
              <a:rPr sz="1900" b="1" spc="-125" dirty="0">
                <a:solidFill>
                  <a:srgbClr val="414141"/>
                </a:solidFill>
                <a:latin typeface="Verdana"/>
                <a:cs typeface="Verdana"/>
              </a:rPr>
              <a:t> </a:t>
            </a:r>
            <a:r>
              <a:rPr sz="1900" b="1" spc="-95" dirty="0">
                <a:solidFill>
                  <a:srgbClr val="414141"/>
                </a:solidFill>
                <a:latin typeface="Verdana"/>
                <a:cs typeface="Verdana"/>
              </a:rPr>
              <a:t>f</a:t>
            </a:r>
            <a:r>
              <a:rPr sz="1900" b="1" spc="-100" dirty="0">
                <a:solidFill>
                  <a:srgbClr val="414141"/>
                </a:solidFill>
                <a:latin typeface="Verdana"/>
                <a:cs typeface="Verdana"/>
              </a:rPr>
              <a:t>i</a:t>
            </a:r>
            <a:r>
              <a:rPr sz="1900" b="1" spc="-40" dirty="0">
                <a:solidFill>
                  <a:srgbClr val="414141"/>
                </a:solidFill>
                <a:latin typeface="Verdana"/>
                <a:cs typeface="Verdana"/>
              </a:rPr>
              <a:t>n</a:t>
            </a:r>
            <a:r>
              <a:rPr sz="1900" b="1" spc="-100" dirty="0">
                <a:solidFill>
                  <a:srgbClr val="414141"/>
                </a:solidFill>
                <a:latin typeface="Verdana"/>
                <a:cs typeface="Verdana"/>
              </a:rPr>
              <a:t>i</a:t>
            </a:r>
            <a:r>
              <a:rPr sz="1900" b="1" spc="-140" dirty="0">
                <a:solidFill>
                  <a:srgbClr val="414141"/>
                </a:solidFill>
                <a:latin typeface="Verdana"/>
                <a:cs typeface="Verdana"/>
              </a:rPr>
              <a:t>s</a:t>
            </a:r>
            <a:r>
              <a:rPr sz="1900" b="1" spc="-40" dirty="0">
                <a:solidFill>
                  <a:srgbClr val="414141"/>
                </a:solidFill>
                <a:latin typeface="Verdana"/>
                <a:cs typeface="Verdana"/>
              </a:rPr>
              <a:t>h</a:t>
            </a:r>
            <a:r>
              <a:rPr sz="1900" b="1" spc="-70" dirty="0">
                <a:solidFill>
                  <a:srgbClr val="414141"/>
                </a:solidFill>
                <a:latin typeface="Verdana"/>
                <a:cs typeface="Verdana"/>
              </a:rPr>
              <a:t>e</a:t>
            </a:r>
            <a:r>
              <a:rPr sz="1900" b="1" spc="-15" dirty="0">
                <a:solidFill>
                  <a:srgbClr val="414141"/>
                </a:solidFill>
                <a:latin typeface="Verdana"/>
                <a:cs typeface="Verdana"/>
              </a:rPr>
              <a:t>d</a:t>
            </a:r>
            <a:r>
              <a:rPr sz="1900" b="1" spc="-220" dirty="0">
                <a:solidFill>
                  <a:srgbClr val="414141"/>
                </a:solidFill>
                <a:latin typeface="Verdana"/>
                <a:cs typeface="Verdana"/>
              </a:rPr>
              <a:t>,</a:t>
            </a:r>
            <a:r>
              <a:rPr sz="1900" b="1" spc="-125" dirty="0">
                <a:solidFill>
                  <a:srgbClr val="414141"/>
                </a:solidFill>
                <a:latin typeface="Verdana"/>
                <a:cs typeface="Verdana"/>
              </a:rPr>
              <a:t> </a:t>
            </a:r>
            <a:r>
              <a:rPr sz="1900" b="1" spc="-55" dirty="0">
                <a:solidFill>
                  <a:srgbClr val="414141"/>
                </a:solidFill>
                <a:latin typeface="Verdana"/>
                <a:cs typeface="Verdana"/>
              </a:rPr>
              <a:t>t</a:t>
            </a:r>
            <a:r>
              <a:rPr sz="1900" b="1" spc="-40" dirty="0">
                <a:solidFill>
                  <a:srgbClr val="414141"/>
                </a:solidFill>
                <a:latin typeface="Verdana"/>
                <a:cs typeface="Verdana"/>
              </a:rPr>
              <a:t>h</a:t>
            </a:r>
            <a:r>
              <a:rPr sz="1900" b="1" spc="-70" dirty="0">
                <a:solidFill>
                  <a:srgbClr val="414141"/>
                </a:solidFill>
                <a:latin typeface="Verdana"/>
                <a:cs typeface="Verdana"/>
              </a:rPr>
              <a:t>e</a:t>
            </a:r>
            <a:r>
              <a:rPr sz="1900" b="1" spc="-90" dirty="0">
                <a:solidFill>
                  <a:srgbClr val="414141"/>
                </a:solidFill>
                <a:latin typeface="Verdana"/>
                <a:cs typeface="Verdana"/>
              </a:rPr>
              <a:t>y  </a:t>
            </a:r>
            <a:r>
              <a:rPr sz="1900" b="1" spc="-100" dirty="0">
                <a:solidFill>
                  <a:srgbClr val="414141"/>
                </a:solidFill>
                <a:latin typeface="Verdana"/>
                <a:cs typeface="Verdana"/>
              </a:rPr>
              <a:t>will</a:t>
            </a:r>
            <a:r>
              <a:rPr sz="1900" b="1" spc="-125" dirty="0">
                <a:solidFill>
                  <a:srgbClr val="414141"/>
                </a:solidFill>
                <a:latin typeface="Verdana"/>
                <a:cs typeface="Verdana"/>
              </a:rPr>
              <a:t> </a:t>
            </a:r>
            <a:r>
              <a:rPr sz="1900" b="1" spc="-40" dirty="0">
                <a:solidFill>
                  <a:srgbClr val="414141"/>
                </a:solidFill>
                <a:latin typeface="Verdana"/>
                <a:cs typeface="Verdana"/>
              </a:rPr>
              <a:t>n</a:t>
            </a:r>
            <a:r>
              <a:rPr sz="1900" b="1" spc="-70" dirty="0">
                <a:solidFill>
                  <a:srgbClr val="414141"/>
                </a:solidFill>
                <a:latin typeface="Verdana"/>
                <a:cs typeface="Verdana"/>
              </a:rPr>
              <a:t>o</a:t>
            </a:r>
            <a:r>
              <a:rPr sz="1900" b="1" spc="-125" dirty="0">
                <a:solidFill>
                  <a:srgbClr val="414141"/>
                </a:solidFill>
                <a:latin typeface="Verdana"/>
                <a:cs typeface="Verdana"/>
              </a:rPr>
              <a:t> </a:t>
            </a:r>
            <a:r>
              <a:rPr sz="1900" b="1" spc="-100" dirty="0">
                <a:solidFill>
                  <a:srgbClr val="414141"/>
                </a:solidFill>
                <a:latin typeface="Verdana"/>
                <a:cs typeface="Verdana"/>
              </a:rPr>
              <a:t>l</a:t>
            </a:r>
            <a:r>
              <a:rPr sz="1900" b="1" spc="-70" dirty="0">
                <a:solidFill>
                  <a:srgbClr val="414141"/>
                </a:solidFill>
                <a:latin typeface="Verdana"/>
                <a:cs typeface="Verdana"/>
              </a:rPr>
              <a:t>o</a:t>
            </a:r>
            <a:r>
              <a:rPr sz="1900" b="1" spc="-40" dirty="0">
                <a:solidFill>
                  <a:srgbClr val="414141"/>
                </a:solidFill>
                <a:latin typeface="Verdana"/>
                <a:cs typeface="Verdana"/>
              </a:rPr>
              <a:t>n</a:t>
            </a:r>
            <a:r>
              <a:rPr sz="1900" b="1" dirty="0">
                <a:solidFill>
                  <a:srgbClr val="414141"/>
                </a:solidFill>
                <a:latin typeface="Verdana"/>
                <a:cs typeface="Verdana"/>
              </a:rPr>
              <a:t>g</a:t>
            </a:r>
            <a:r>
              <a:rPr sz="1900" b="1" spc="-70" dirty="0">
                <a:solidFill>
                  <a:srgbClr val="414141"/>
                </a:solidFill>
                <a:latin typeface="Verdana"/>
                <a:cs typeface="Verdana"/>
              </a:rPr>
              <a:t>e</a:t>
            </a:r>
            <a:r>
              <a:rPr sz="1900" b="1" spc="-140" dirty="0">
                <a:solidFill>
                  <a:srgbClr val="414141"/>
                </a:solidFill>
                <a:latin typeface="Verdana"/>
                <a:cs typeface="Verdana"/>
              </a:rPr>
              <a:t>r</a:t>
            </a:r>
            <a:r>
              <a:rPr sz="1900" b="1" spc="-125" dirty="0">
                <a:solidFill>
                  <a:srgbClr val="414141"/>
                </a:solidFill>
                <a:latin typeface="Verdana"/>
                <a:cs typeface="Verdana"/>
              </a:rPr>
              <a:t> </a:t>
            </a:r>
            <a:r>
              <a:rPr sz="1900" b="1" spc="-15" dirty="0">
                <a:solidFill>
                  <a:srgbClr val="414141"/>
                </a:solidFill>
                <a:latin typeface="Verdana"/>
                <a:cs typeface="Verdana"/>
              </a:rPr>
              <a:t>b</a:t>
            </a:r>
            <a:r>
              <a:rPr sz="1900" b="1" spc="-70" dirty="0">
                <a:solidFill>
                  <a:srgbClr val="414141"/>
                </a:solidFill>
                <a:latin typeface="Verdana"/>
                <a:cs typeface="Verdana"/>
              </a:rPr>
              <a:t>e</a:t>
            </a:r>
            <a:r>
              <a:rPr sz="1900" b="1" spc="-125" dirty="0">
                <a:solidFill>
                  <a:srgbClr val="414141"/>
                </a:solidFill>
                <a:latin typeface="Verdana"/>
                <a:cs typeface="Verdana"/>
              </a:rPr>
              <a:t> </a:t>
            </a:r>
            <a:r>
              <a:rPr sz="1900" b="1" spc="-50" dirty="0">
                <a:solidFill>
                  <a:srgbClr val="414141"/>
                </a:solidFill>
                <a:latin typeface="Verdana"/>
                <a:cs typeface="Verdana"/>
              </a:rPr>
              <a:t>u</a:t>
            </a:r>
            <a:r>
              <a:rPr sz="1900" b="1" spc="-140" dirty="0">
                <a:solidFill>
                  <a:srgbClr val="414141"/>
                </a:solidFill>
                <a:latin typeface="Verdana"/>
                <a:cs typeface="Verdana"/>
              </a:rPr>
              <a:t>s</a:t>
            </a:r>
            <a:r>
              <a:rPr sz="1900" b="1" spc="-110" dirty="0">
                <a:solidFill>
                  <a:srgbClr val="414141"/>
                </a:solidFill>
                <a:latin typeface="Verdana"/>
                <a:cs typeface="Verdana"/>
              </a:rPr>
              <a:t>a</a:t>
            </a:r>
            <a:r>
              <a:rPr sz="1900" b="1" spc="-15" dirty="0">
                <a:solidFill>
                  <a:srgbClr val="414141"/>
                </a:solidFill>
                <a:latin typeface="Verdana"/>
                <a:cs typeface="Verdana"/>
              </a:rPr>
              <a:t>b</a:t>
            </a:r>
            <a:r>
              <a:rPr sz="1900" b="1" spc="-100" dirty="0">
                <a:solidFill>
                  <a:srgbClr val="414141"/>
                </a:solidFill>
                <a:latin typeface="Verdana"/>
                <a:cs typeface="Verdana"/>
              </a:rPr>
              <a:t>l</a:t>
            </a:r>
            <a:r>
              <a:rPr sz="1900" b="1" spc="-70" dirty="0">
                <a:solidFill>
                  <a:srgbClr val="414141"/>
                </a:solidFill>
                <a:latin typeface="Verdana"/>
                <a:cs typeface="Verdana"/>
              </a:rPr>
              <a:t>e</a:t>
            </a:r>
            <a:r>
              <a:rPr sz="1900" b="1" spc="-220" dirty="0">
                <a:solidFill>
                  <a:srgbClr val="414141"/>
                </a:solidFill>
                <a:latin typeface="Verdana"/>
                <a:cs typeface="Verdana"/>
              </a:rPr>
              <a:t>.</a:t>
            </a:r>
            <a:endParaRPr sz="19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96</Words>
  <Application>Microsoft Office PowerPoint</Application>
  <PresentationFormat>Personalizzato</PresentationFormat>
  <Paragraphs>16</Paragraphs>
  <Slides>3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3</vt:i4>
      </vt:variant>
    </vt:vector>
  </HeadingPairs>
  <TitlesOfParts>
    <vt:vector size="7" baseType="lpstr">
      <vt:lpstr>Calibri</vt:lpstr>
      <vt:lpstr>Times New Roman</vt:lpstr>
      <vt:lpstr>Verdana</vt:lpstr>
      <vt:lpstr>Office Theme</vt:lpstr>
      <vt:lpstr>Presentazione standard di PowerPoint</vt:lpstr>
      <vt:lpstr>Presentazione standard di PowerPoint</vt:lpstr>
      <vt:lpstr>DIFFERENCES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FrancescoZ</dc:creator>
  <cp:lastModifiedBy>Francesco Zeno</cp:lastModifiedBy>
  <cp:revision>1</cp:revision>
  <dcterms:created xsi:type="dcterms:W3CDTF">2022-05-31T10:57:04Z</dcterms:created>
  <dcterms:modified xsi:type="dcterms:W3CDTF">2022-05-31T10:57:51Z</dcterms:modified>
</cp:coreProperties>
</file>