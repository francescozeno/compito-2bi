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EB3840-AD40-BB82-9C6D-C42B31236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1C96BD5-C41C-1AF3-97DE-EC8295B2C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2A19DD-1F30-1642-A0BF-C50441B4C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8447-219F-4908-8F68-3505E59DCE23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2D06010-3506-1640-D2F2-0DD360888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9782C80-2B60-4529-E7D5-EAC8E4CE7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000E-E351-4911-BB91-DA14F36316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8060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205A78-B842-E368-880E-D790048F4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DEDF74-04E8-BB3D-2EB7-1677E13DE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40570A-FADA-3276-B2D8-7152F9DFA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8447-219F-4908-8F68-3505E59DCE23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559DD72-44A5-6C87-3F2F-2676133C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1E3FCAD-7891-6042-6509-3AB8FF9DC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000E-E351-4911-BB91-DA14F36316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423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81616F-CBE2-B39D-A9D5-FC7ED6B5E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AACB848-AD26-FA64-52E9-2F0D0350E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79DAB82-1E51-86B5-8139-F4961CCF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8447-219F-4908-8F68-3505E59DCE23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FB2F99-976B-2DCC-F7F8-FFE4D647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1DC6E3E-BAC1-471F-2073-DF142490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000E-E351-4911-BB91-DA14F36316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445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F0E02A-B144-539A-D2FA-24F0CCDC1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8D2843-E860-3D25-BEB1-B7D4B9ED5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F068BB8-458A-692F-2287-2F7E1AAA6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47D44D9-C929-CA87-83F1-930E11993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8447-219F-4908-8F68-3505E59DCE23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5C0A3E2-E910-C7CD-229B-B5EBADF34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B573981-2E5A-3585-87CC-D43B45C96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000E-E351-4911-BB91-DA14F36316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6675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928F4B-AF6B-25F2-D488-6814E0C08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B2F108-3E82-3B4C-D076-7D737B91D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557335C-39B7-9A31-75FD-2D44EC9CB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2D660AF-546D-320B-DDCC-199914741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5CD318E-CFF3-0DD5-4CD0-2BDE8DEA7F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5DFAE36-A8A3-53B6-EDBA-B3DADAD16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8447-219F-4908-8F68-3505E59DCE23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1B4A37F-0107-5142-DA75-6862AC27D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818663C-753D-50CC-1C47-F5690F2E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000E-E351-4911-BB91-DA14F36316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4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238078-D6B5-6A0F-093F-2F2AE790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3AC0B1B-430F-E9AF-7A76-66C3E9E2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8447-219F-4908-8F68-3505E59DCE23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D34BEC4-49D1-DBA2-E247-7768A6476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665CAE7-F35D-1A7F-E3FA-E68DCFCF6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000E-E351-4911-BB91-DA14F36316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8280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37B44A7-C3D5-ABE3-6E94-DFFFF85CF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8447-219F-4908-8F68-3505E59DCE23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72FC07F-8949-8C77-6A70-D9DC74FD8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A4BE50-BD49-7CED-7D8F-224E4AC2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000E-E351-4911-BB91-DA14F36316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6882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993FF8-106B-A76E-F46C-55997AD8A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0B2EE3-EBFC-2298-0F1D-6A74EA3E9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665B337-77A8-9837-D433-2E4601637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2EFAB28-0919-86C3-0751-5AB1AF2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8447-219F-4908-8F68-3505E59DCE23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E0A07F2-0ED4-A3FA-44A6-C79CD82D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3EE699-4EAD-3D6A-E104-3F56A415C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000E-E351-4911-BB91-DA14F36316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498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D11262-E146-D60C-0EFD-72221B01D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3E9EAF3-B2A3-DEB0-B081-9C7E0D3726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7D7F2A7-181E-8FD1-5B18-706A62946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A715925-E112-7A20-9E2A-000CD18FD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8447-219F-4908-8F68-3505E59DCE23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D9288AC-A5D1-C09A-2076-E46404403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C7DBD32-B42E-3E2C-B141-7701B4996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000E-E351-4911-BB91-DA14F36316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359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F2B3DE-849A-D627-5E4A-B664154ED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33B22EE-5D24-6A1D-8530-7DE164F04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CBC55A-A89B-4626-CDBA-42A243296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8447-219F-4908-8F68-3505E59DCE23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E31B3C-C273-6E91-4445-A8C2BCE6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C78D2B8-FBE3-0007-8AEE-6235F89C1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000E-E351-4911-BB91-DA14F36316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7110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4D58616-1788-8006-E210-3875205F0C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7F31A64-C501-0EC9-B59A-D8E70D842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5D5F9A-C7D0-77A7-8BE8-2D7BD6644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8447-219F-4908-8F68-3505E59DCE23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2829663-EB73-B801-37AB-70D18DF1A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7989AA7-DDFA-5922-920D-7856CCFD0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000E-E351-4911-BB91-DA14F36316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494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CBDA313-8BA7-9DC5-B09A-C1ACDF73E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5978CDE-B200-C899-21F2-231B08395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A170C1-D990-9CB8-0A91-359485887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28447-219F-4908-8F68-3505E59DCE23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B3E5D9D-8ED6-6277-5AE0-781B35D931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26044E-87D8-C761-530D-0A2402E24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E000E-E351-4911-BB91-DA14F36316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168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E21FCB-F9ED-928A-D465-05564D3D66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Economia lineare / economia circolare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94BBE24-0105-D490-0AC8-DCE36E2924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8770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E0569D-4D15-1727-4274-487E2613C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Differenze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FF68160-7A92-DD3A-F337-59C8CC7A4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sz="4400" dirty="0"/>
              <a:t>L'Economia Lineare</a:t>
            </a:r>
          </a:p>
          <a:p>
            <a:r>
              <a:rPr lang="it-IT" dirty="0"/>
              <a:t>Produzione di prodotti di un certo valore direttamente da materie prime favorendo un processo produttivo continuo. I prodotti dell'economia lineare diventano presto </a:t>
            </a:r>
            <a:r>
              <a:rPr lang="it-IT" b="1" dirty="0"/>
              <a:t>obsoleti</a:t>
            </a:r>
            <a:r>
              <a:rPr lang="it-IT" dirty="0"/>
              <a:t> (consumismo) affinché ne sia incentivato l'acquisto di nuovi prodotti da parte dei consumatori. </a:t>
            </a:r>
          </a:p>
          <a:p>
            <a:r>
              <a:rPr lang="it-IT" dirty="0"/>
              <a:t>Esempio: acquistiamo un nuovo telefono, dopo un breve periodo di tempo, uscirà un modello nuovo, faremo di tutto per cambiarlo nonostante il telefono sia in buone condizioni. Rendendolo così uno </a:t>
            </a:r>
            <a:r>
              <a:rPr lang="it-IT" b="1" dirty="0"/>
              <a:t>scarto</a:t>
            </a:r>
            <a:r>
              <a:rPr lang="it-IT" dirty="0"/>
              <a:t>. 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9750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CEE596A8-86AE-56B1-A6F3-CC19142A81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3594" y="1253331"/>
            <a:ext cx="73448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81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027CB5-B7FF-8B5C-77F6-5A113CBF5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L'Economia Circolare </a:t>
            </a:r>
            <a:br>
              <a:rPr lang="it-IT" b="1" dirty="0"/>
            </a:b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7919848-D62A-5742-630F-7CC7A87FA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7570"/>
            <a:ext cx="10515600" cy="4351338"/>
          </a:xfrm>
        </p:spPr>
        <p:txBody>
          <a:bodyPr/>
          <a:lstStyle/>
          <a:p>
            <a:r>
              <a:rPr lang="it-IT" dirty="0"/>
              <a:t>L'economia circolare è un modello di produzione e consumo che implica condivisione, prestito, riutilizzo, riparazione, ricondizionamento e riciclo dei materiali. In questo modo si estende il ciclo di vita dei prodotti, contribuendo a ridurre i rifiuti al minimo 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57657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di Office</vt:lpstr>
      <vt:lpstr>Economia lineare / economia circolare</vt:lpstr>
      <vt:lpstr>Differenze</vt:lpstr>
      <vt:lpstr>Presentazione standard di PowerPoint</vt:lpstr>
      <vt:lpstr>L'Economia Circolare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Economia lineare / economia circolare</dc:title>
  <dc:creator>Francesco Zeno</dc:creator>
  <cp:lastModifiedBy>Francesco Zeno</cp:lastModifiedBy>
  <cp:revision>1</cp:revision>
  <dcterms:created xsi:type="dcterms:W3CDTF">2022-05-31T10:55:28Z</dcterms:created>
  <dcterms:modified xsi:type="dcterms:W3CDTF">2022-05-31T10:55:38Z</dcterms:modified>
</cp:coreProperties>
</file>